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F0ED"/>
    <a:srgbClr val="E0C4B2"/>
    <a:srgbClr val="B6724A"/>
    <a:srgbClr val="86B3A6"/>
    <a:srgbClr val="DD80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AD224D-7060-406A-AECA-F55C22906FE8}" v="913" dt="2026-07-13T16:51:09.2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41" autoAdjust="0"/>
    <p:restoredTop sz="52110" autoAdjust="0"/>
  </p:normalViewPr>
  <p:slideViewPr>
    <p:cSldViewPr snapToGrid="0">
      <p:cViewPr varScale="1">
        <p:scale>
          <a:sx n="67" d="100"/>
          <a:sy n="67" d="100"/>
        </p:scale>
        <p:origin x="27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uardo Daniel Gonzalez" userId="36bd1c0f1905533b" providerId="LiveId" clId="{058D5BB7-9DD5-4B24-87B9-B129C3AEC999}"/>
    <pc:docChg chg="undo redo custSel addSld delSld modSld">
      <pc:chgData name="Eduardo Daniel Gonzalez" userId="36bd1c0f1905533b" providerId="LiveId" clId="{058D5BB7-9DD5-4B24-87B9-B129C3AEC999}" dt="2026-07-13T16:52:27.040" v="5050" actId="1037"/>
      <pc:docMkLst>
        <pc:docMk/>
      </pc:docMkLst>
      <pc:sldChg chg="new del">
        <pc:chgData name="Eduardo Daniel Gonzalez" userId="36bd1c0f1905533b" providerId="LiveId" clId="{058D5BB7-9DD5-4B24-87B9-B129C3AEC999}" dt="2026-07-12T09:19:25.688" v="2" actId="47"/>
        <pc:sldMkLst>
          <pc:docMk/>
          <pc:sldMk cId="214625381" sldId="256"/>
        </pc:sldMkLst>
      </pc:sldChg>
      <pc:sldChg chg="addSp delSp modSp new mod setBg modNotesTx">
        <pc:chgData name="Eduardo Daniel Gonzalez" userId="36bd1c0f1905533b" providerId="LiveId" clId="{058D5BB7-9DD5-4B24-87B9-B129C3AEC999}" dt="2026-07-13T16:42:21.338" v="4694" actId="20577"/>
        <pc:sldMkLst>
          <pc:docMk/>
          <pc:sldMk cId="201182056" sldId="257"/>
        </pc:sldMkLst>
        <pc:spChg chg="add del mod">
          <ac:chgData name="Eduardo Daniel Gonzalez" userId="36bd1c0f1905533b" providerId="LiveId" clId="{058D5BB7-9DD5-4B24-87B9-B129C3AEC999}" dt="2026-07-12T10:07:06.819" v="944" actId="478"/>
          <ac:spMkLst>
            <pc:docMk/>
            <pc:sldMk cId="201182056" sldId="257"/>
            <ac:spMk id="4" creationId="{4EEC7A22-0FE2-A4DC-3CB9-41EC98AE353A}"/>
          </ac:spMkLst>
        </pc:spChg>
        <pc:spChg chg="add mod">
          <ac:chgData name="Eduardo Daniel Gonzalez" userId="36bd1c0f1905533b" providerId="LiveId" clId="{058D5BB7-9DD5-4B24-87B9-B129C3AEC999}" dt="2026-07-12T10:07:33.254" v="949" actId="14100"/>
          <ac:spMkLst>
            <pc:docMk/>
            <pc:sldMk cId="201182056" sldId="257"/>
            <ac:spMk id="5" creationId="{00A75450-866D-6D90-879D-14248C63D1FA}"/>
          </ac:spMkLst>
        </pc:spChg>
        <pc:spChg chg="add mod">
          <ac:chgData name="Eduardo Daniel Gonzalez" userId="36bd1c0f1905533b" providerId="LiveId" clId="{058D5BB7-9DD5-4B24-87B9-B129C3AEC999}" dt="2026-07-12T11:07:40.711" v="1535" actId="20577"/>
          <ac:spMkLst>
            <pc:docMk/>
            <pc:sldMk cId="201182056" sldId="257"/>
            <ac:spMk id="6" creationId="{D296301E-E045-D79D-6591-E38C9CCC4D7E}"/>
          </ac:spMkLst>
        </pc:spChg>
        <pc:picChg chg="add mod">
          <ac:chgData name="Eduardo Daniel Gonzalez" userId="36bd1c0f1905533b" providerId="LiveId" clId="{058D5BB7-9DD5-4B24-87B9-B129C3AEC999}" dt="2026-07-12T10:24:22.458" v="1102" actId="1035"/>
          <ac:picMkLst>
            <pc:docMk/>
            <pc:sldMk cId="201182056" sldId="257"/>
            <ac:picMk id="3" creationId="{1A290646-7983-068D-4F3F-80C248877F4A}"/>
          </ac:picMkLst>
        </pc:picChg>
      </pc:sldChg>
      <pc:sldChg chg="addSp delSp modSp add mod modNotesTx">
        <pc:chgData name="Eduardo Daniel Gonzalez" userId="36bd1c0f1905533b" providerId="LiveId" clId="{058D5BB7-9DD5-4B24-87B9-B129C3AEC999}" dt="2026-07-13T16:44:41.707" v="4714" actId="1076"/>
        <pc:sldMkLst>
          <pc:docMk/>
          <pc:sldMk cId="2001711938" sldId="258"/>
        </pc:sldMkLst>
        <pc:spChg chg="add mod">
          <ac:chgData name="Eduardo Daniel Gonzalez" userId="36bd1c0f1905533b" providerId="LiveId" clId="{058D5BB7-9DD5-4B24-87B9-B129C3AEC999}" dt="2026-07-12T10:55:55.974" v="1426" actId="20577"/>
          <ac:spMkLst>
            <pc:docMk/>
            <pc:sldMk cId="2001711938" sldId="258"/>
            <ac:spMk id="2" creationId="{21A5B7AB-C302-8937-2C04-1B8FEBD31969}"/>
          </ac:spMkLst>
        </pc:spChg>
        <pc:spChg chg="add del mod">
          <ac:chgData name="Eduardo Daniel Gonzalez" userId="36bd1c0f1905533b" providerId="LiveId" clId="{058D5BB7-9DD5-4B24-87B9-B129C3AEC999}" dt="2026-07-13T16:44:31.714" v="4710" actId="478"/>
          <ac:spMkLst>
            <pc:docMk/>
            <pc:sldMk cId="2001711938" sldId="258"/>
            <ac:spMk id="4" creationId="{643A6390-8E91-C910-0DD1-FBC9AE15F69D}"/>
          </ac:spMkLst>
        </pc:spChg>
        <pc:spChg chg="add del mod">
          <ac:chgData name="Eduardo Daniel Gonzalez" userId="36bd1c0f1905533b" providerId="LiveId" clId="{058D5BB7-9DD5-4B24-87B9-B129C3AEC999}" dt="2026-07-13T16:44:33.483" v="4711" actId="478"/>
          <ac:spMkLst>
            <pc:docMk/>
            <pc:sldMk cId="2001711938" sldId="258"/>
            <ac:spMk id="6" creationId="{028A6A93-2CC4-510C-5830-BC3564AE5D27}"/>
          </ac:spMkLst>
        </pc:spChg>
        <pc:spChg chg="del">
          <ac:chgData name="Eduardo Daniel Gonzalez" userId="36bd1c0f1905533b" providerId="LiveId" clId="{058D5BB7-9DD5-4B24-87B9-B129C3AEC999}" dt="2026-07-12T10:25:41.385" v="1120" actId="478"/>
          <ac:spMkLst>
            <pc:docMk/>
            <pc:sldMk cId="2001711938" sldId="258"/>
            <ac:spMk id="6" creationId="{2EDAA250-3D58-C5C4-9DAE-0339048F0988}"/>
          </ac:spMkLst>
        </pc:spChg>
        <pc:spChg chg="add mod">
          <ac:chgData name="Eduardo Daniel Gonzalez" userId="36bd1c0f1905533b" providerId="LiveId" clId="{058D5BB7-9DD5-4B24-87B9-B129C3AEC999}" dt="2026-07-12T11:08:13.799" v="1539" actId="1035"/>
          <ac:spMkLst>
            <pc:docMk/>
            <pc:sldMk cId="2001711938" sldId="258"/>
            <ac:spMk id="7" creationId="{9A212265-CE32-00F2-4948-4130FD340CCA}"/>
          </ac:spMkLst>
        </pc:spChg>
        <pc:picChg chg="mod">
          <ac:chgData name="Eduardo Daniel Gonzalez" userId="36bd1c0f1905533b" providerId="LiveId" clId="{058D5BB7-9DD5-4B24-87B9-B129C3AEC999}" dt="2026-07-12T10:25:18.752" v="1106" actId="1076"/>
          <ac:picMkLst>
            <pc:docMk/>
            <pc:sldMk cId="2001711938" sldId="258"/>
            <ac:picMk id="3" creationId="{6A599F3E-9E9A-5ECA-A4B9-BA2B25059EAA}"/>
          </ac:picMkLst>
        </pc:picChg>
        <pc:picChg chg="add del mod ord">
          <ac:chgData name="Eduardo Daniel Gonzalez" userId="36bd1c0f1905533b" providerId="LiveId" clId="{058D5BB7-9DD5-4B24-87B9-B129C3AEC999}" dt="2026-07-13T16:44:29.916" v="4709" actId="478"/>
          <ac:picMkLst>
            <pc:docMk/>
            <pc:sldMk cId="2001711938" sldId="258"/>
            <ac:picMk id="9" creationId="{E2FAEE17-D5A1-AD6D-656B-F00917BDC287}"/>
          </ac:picMkLst>
        </pc:picChg>
        <pc:picChg chg="add mod">
          <ac:chgData name="Eduardo Daniel Gonzalez" userId="36bd1c0f1905533b" providerId="LiveId" clId="{058D5BB7-9DD5-4B24-87B9-B129C3AEC999}" dt="2026-07-13T16:44:41.707" v="4714" actId="1076"/>
          <ac:picMkLst>
            <pc:docMk/>
            <pc:sldMk cId="2001711938" sldId="258"/>
            <ac:picMk id="10" creationId="{68CC5C57-F349-8051-DC6E-F2AFEC50BD36}"/>
          </ac:picMkLst>
        </pc:picChg>
      </pc:sldChg>
      <pc:sldChg chg="addSp delSp modSp add del mod setBg">
        <pc:chgData name="Eduardo Daniel Gonzalez" userId="36bd1c0f1905533b" providerId="LiveId" clId="{058D5BB7-9DD5-4B24-87B9-B129C3AEC999}" dt="2026-07-12T09:53:02.557" v="858" actId="47"/>
        <pc:sldMkLst>
          <pc:docMk/>
          <pc:sldMk cId="2445825556" sldId="258"/>
        </pc:sldMkLst>
        <pc:picChg chg="del">
          <ac:chgData name="Eduardo Daniel Gonzalez" userId="36bd1c0f1905533b" providerId="LiveId" clId="{058D5BB7-9DD5-4B24-87B9-B129C3AEC999}" dt="2026-07-12T09:47:38.923" v="208" actId="478"/>
          <ac:picMkLst>
            <pc:docMk/>
            <pc:sldMk cId="2445825556" sldId="258"/>
            <ac:picMk id="3" creationId="{4B3B25CE-BB81-2FBD-23E0-526A83F43D2A}"/>
          </ac:picMkLst>
        </pc:picChg>
        <pc:picChg chg="add del mod">
          <ac:chgData name="Eduardo Daniel Gonzalez" userId="36bd1c0f1905533b" providerId="LiveId" clId="{058D5BB7-9DD5-4B24-87B9-B129C3AEC999}" dt="2026-07-12T09:47:24.260" v="139" actId="478"/>
          <ac:picMkLst>
            <pc:docMk/>
            <pc:sldMk cId="2445825556" sldId="258"/>
            <ac:picMk id="4" creationId="{B2CDC9F5-F8C3-CE95-6724-0CDDD17670DF}"/>
          </ac:picMkLst>
        </pc:picChg>
        <pc:picChg chg="add del">
          <ac:chgData name="Eduardo Daniel Gonzalez" userId="36bd1c0f1905533b" providerId="LiveId" clId="{058D5BB7-9DD5-4B24-87B9-B129C3AEC999}" dt="2026-07-12T09:51:01.283" v="758" actId="478"/>
          <ac:picMkLst>
            <pc:docMk/>
            <pc:sldMk cId="2445825556" sldId="258"/>
            <ac:picMk id="6" creationId="{966E1D86-F0ED-22D0-E674-1C3C3F3C047E}"/>
          </ac:picMkLst>
        </pc:picChg>
      </pc:sldChg>
      <pc:sldChg chg="addSp modSp add mod">
        <pc:chgData name="Eduardo Daniel Gonzalez" userId="36bd1c0f1905533b" providerId="LiveId" clId="{058D5BB7-9DD5-4B24-87B9-B129C3AEC999}" dt="2026-07-13T16:45:16.744" v="4715" actId="6549"/>
        <pc:sldMkLst>
          <pc:docMk/>
          <pc:sldMk cId="898926471" sldId="259"/>
        </pc:sldMkLst>
        <pc:spChg chg="mod">
          <ac:chgData name="Eduardo Daniel Gonzalez" userId="36bd1c0f1905533b" providerId="LiveId" clId="{058D5BB7-9DD5-4B24-87B9-B129C3AEC999}" dt="2026-07-13T16:45:16.744" v="4715" actId="6549"/>
          <ac:spMkLst>
            <pc:docMk/>
            <pc:sldMk cId="898926471" sldId="259"/>
            <ac:spMk id="2" creationId="{2A154478-BE62-BF09-EC4E-0CBFDD706CD3}"/>
          </ac:spMkLst>
        </pc:spChg>
        <pc:spChg chg="mod">
          <ac:chgData name="Eduardo Daniel Gonzalez" userId="36bd1c0f1905533b" providerId="LiveId" clId="{058D5BB7-9DD5-4B24-87B9-B129C3AEC999}" dt="2026-07-12T10:59:52.252" v="1485" actId="1035"/>
          <ac:spMkLst>
            <pc:docMk/>
            <pc:sldMk cId="898926471" sldId="259"/>
            <ac:spMk id="7" creationId="{CC95BC21-7D9D-E698-1560-A3B2A4C31209}"/>
          </ac:spMkLst>
        </pc:spChg>
        <pc:picChg chg="add mod">
          <ac:chgData name="Eduardo Daniel Gonzalez" userId="36bd1c0f1905533b" providerId="LiveId" clId="{058D5BB7-9DD5-4B24-87B9-B129C3AEC999}" dt="2026-07-12T21:01:24.963" v="2781" actId="1076"/>
          <ac:picMkLst>
            <pc:docMk/>
            <pc:sldMk cId="898926471" sldId="259"/>
            <ac:picMk id="6" creationId="{4A3C0E96-7790-31B3-7E92-323A6D01FC1D}"/>
          </ac:picMkLst>
        </pc:picChg>
        <pc:picChg chg="add mod">
          <ac:chgData name="Eduardo Daniel Gonzalez" userId="36bd1c0f1905533b" providerId="LiveId" clId="{058D5BB7-9DD5-4B24-87B9-B129C3AEC999}" dt="2026-07-12T21:01:28.829" v="2782" actId="1076"/>
          <ac:picMkLst>
            <pc:docMk/>
            <pc:sldMk cId="898926471" sldId="259"/>
            <ac:picMk id="8" creationId="{33C32718-FC88-45F1-DD8C-26EB6EBCE3B0}"/>
          </ac:picMkLst>
        </pc:picChg>
      </pc:sldChg>
      <pc:sldChg chg="addSp delSp modSp add mod">
        <pc:chgData name="Eduardo Daniel Gonzalez" userId="36bd1c0f1905533b" providerId="LiveId" clId="{058D5BB7-9DD5-4B24-87B9-B129C3AEC999}" dt="2026-07-13T16:52:27.040" v="5050" actId="1037"/>
        <pc:sldMkLst>
          <pc:docMk/>
          <pc:sldMk cId="3432894202" sldId="260"/>
        </pc:sldMkLst>
        <pc:spChg chg="mod">
          <ac:chgData name="Eduardo Daniel Gonzalez" userId="36bd1c0f1905533b" providerId="LiveId" clId="{058D5BB7-9DD5-4B24-87B9-B129C3AEC999}" dt="2026-07-13T16:45:41.748" v="4725" actId="20577"/>
          <ac:spMkLst>
            <pc:docMk/>
            <pc:sldMk cId="3432894202" sldId="260"/>
            <ac:spMk id="2" creationId="{0932D8BA-2FAF-1311-7CB3-844B4DDF0D73}"/>
          </ac:spMkLst>
        </pc:spChg>
        <pc:spChg chg="add del mod">
          <ac:chgData name="Eduardo Daniel Gonzalez" userId="36bd1c0f1905533b" providerId="LiveId" clId="{058D5BB7-9DD5-4B24-87B9-B129C3AEC999}" dt="2026-07-13T16:52:02.720" v="5042" actId="478"/>
          <ac:spMkLst>
            <pc:docMk/>
            <pc:sldMk cId="3432894202" sldId="260"/>
            <ac:spMk id="4" creationId="{4907404C-D401-212E-FB25-FCB594E6D192}"/>
          </ac:spMkLst>
        </pc:spChg>
        <pc:spChg chg="add del mod">
          <ac:chgData name="Eduardo Daniel Gonzalez" userId="36bd1c0f1905533b" providerId="LiveId" clId="{058D5BB7-9DD5-4B24-87B9-B129C3AEC999}" dt="2026-07-13T16:52:02.720" v="5042" actId="478"/>
          <ac:spMkLst>
            <pc:docMk/>
            <pc:sldMk cId="3432894202" sldId="260"/>
            <ac:spMk id="6" creationId="{904666BC-ADF9-2F42-CD8F-AAA5D5F123F7}"/>
          </ac:spMkLst>
        </pc:spChg>
        <pc:spChg chg="mod">
          <ac:chgData name="Eduardo Daniel Gonzalez" userId="36bd1c0f1905533b" providerId="LiveId" clId="{058D5BB7-9DD5-4B24-87B9-B129C3AEC999}" dt="2026-07-12T13:47:00.195" v="1974" actId="114"/>
          <ac:spMkLst>
            <pc:docMk/>
            <pc:sldMk cId="3432894202" sldId="260"/>
            <ac:spMk id="7" creationId="{F9C7201E-87CD-BD17-B0F9-148F7AE10B29}"/>
          </ac:spMkLst>
        </pc:spChg>
        <pc:spChg chg="add del mod">
          <ac:chgData name="Eduardo Daniel Gonzalez" userId="36bd1c0f1905533b" providerId="LiveId" clId="{058D5BB7-9DD5-4B24-87B9-B129C3AEC999}" dt="2026-07-13T16:52:02.720" v="5042" actId="478"/>
          <ac:spMkLst>
            <pc:docMk/>
            <pc:sldMk cId="3432894202" sldId="260"/>
            <ac:spMk id="8" creationId="{3236DDA8-EB58-679D-2A96-CBC418163309}"/>
          </ac:spMkLst>
        </pc:spChg>
        <pc:spChg chg="add del mod">
          <ac:chgData name="Eduardo Daniel Gonzalez" userId="36bd1c0f1905533b" providerId="LiveId" clId="{058D5BB7-9DD5-4B24-87B9-B129C3AEC999}" dt="2026-07-13T16:52:02.720" v="5042" actId="478"/>
          <ac:spMkLst>
            <pc:docMk/>
            <pc:sldMk cId="3432894202" sldId="260"/>
            <ac:spMk id="10" creationId="{9980A58D-788E-AC45-004A-42CAE2CC708A}"/>
          </ac:spMkLst>
        </pc:spChg>
        <pc:spChg chg="add del mod">
          <ac:chgData name="Eduardo Daniel Gonzalez" userId="36bd1c0f1905533b" providerId="LiveId" clId="{058D5BB7-9DD5-4B24-87B9-B129C3AEC999}" dt="2026-07-13T16:52:02.720" v="5042" actId="478"/>
          <ac:spMkLst>
            <pc:docMk/>
            <pc:sldMk cId="3432894202" sldId="260"/>
            <ac:spMk id="11" creationId="{C8F25C10-278A-C80A-B05C-C4D38FDBBE3E}"/>
          </ac:spMkLst>
        </pc:spChg>
        <pc:spChg chg="add del mod">
          <ac:chgData name="Eduardo Daniel Gonzalez" userId="36bd1c0f1905533b" providerId="LiveId" clId="{058D5BB7-9DD5-4B24-87B9-B129C3AEC999}" dt="2026-07-13T16:52:02.720" v="5042" actId="478"/>
          <ac:spMkLst>
            <pc:docMk/>
            <pc:sldMk cId="3432894202" sldId="260"/>
            <ac:spMk id="12" creationId="{29845662-3E12-6087-38F3-6002135348E0}"/>
          </ac:spMkLst>
        </pc:spChg>
        <pc:spChg chg="add del mod">
          <ac:chgData name="Eduardo Daniel Gonzalez" userId="36bd1c0f1905533b" providerId="LiveId" clId="{058D5BB7-9DD5-4B24-87B9-B129C3AEC999}" dt="2026-07-13T16:52:02.720" v="5042" actId="478"/>
          <ac:spMkLst>
            <pc:docMk/>
            <pc:sldMk cId="3432894202" sldId="260"/>
            <ac:spMk id="13" creationId="{711D0319-7FEB-ACEE-123E-60579B6547A4}"/>
          </ac:spMkLst>
        </pc:spChg>
        <pc:spChg chg="add mod">
          <ac:chgData name="Eduardo Daniel Gonzalez" userId="36bd1c0f1905533b" providerId="LiveId" clId="{058D5BB7-9DD5-4B24-87B9-B129C3AEC999}" dt="2026-07-13T16:48:41.793" v="4880" actId="1038"/>
          <ac:spMkLst>
            <pc:docMk/>
            <pc:sldMk cId="3432894202" sldId="260"/>
            <ac:spMk id="14" creationId="{62B5C946-EF80-6E6F-7BC2-14AE41E032A5}"/>
          </ac:spMkLst>
        </pc:spChg>
        <pc:spChg chg="add del mod">
          <ac:chgData name="Eduardo Daniel Gonzalez" userId="36bd1c0f1905533b" providerId="LiveId" clId="{058D5BB7-9DD5-4B24-87B9-B129C3AEC999}" dt="2026-07-13T16:52:02.720" v="5042" actId="478"/>
          <ac:spMkLst>
            <pc:docMk/>
            <pc:sldMk cId="3432894202" sldId="260"/>
            <ac:spMk id="15" creationId="{BBBB4535-D3E4-8E5C-D36C-9BC7779C06F0}"/>
          </ac:spMkLst>
        </pc:spChg>
        <pc:spChg chg="add del mod">
          <ac:chgData name="Eduardo Daniel Gonzalez" userId="36bd1c0f1905533b" providerId="LiveId" clId="{058D5BB7-9DD5-4B24-87B9-B129C3AEC999}" dt="2026-07-13T16:52:02.720" v="5042" actId="478"/>
          <ac:spMkLst>
            <pc:docMk/>
            <pc:sldMk cId="3432894202" sldId="260"/>
            <ac:spMk id="16" creationId="{E0CB89F6-2291-C1BC-8FB8-FC2C495A91BC}"/>
          </ac:spMkLst>
        </pc:spChg>
        <pc:spChg chg="add mod">
          <ac:chgData name="Eduardo Daniel Gonzalez" userId="36bd1c0f1905533b" providerId="LiveId" clId="{058D5BB7-9DD5-4B24-87B9-B129C3AEC999}" dt="2026-07-13T16:49:53.116" v="4996" actId="1038"/>
          <ac:spMkLst>
            <pc:docMk/>
            <pc:sldMk cId="3432894202" sldId="260"/>
            <ac:spMk id="17" creationId="{60296C6B-0984-BED4-F62E-F4FBD73CA64F}"/>
          </ac:spMkLst>
        </pc:spChg>
        <pc:spChg chg="add mod">
          <ac:chgData name="Eduardo Daniel Gonzalez" userId="36bd1c0f1905533b" providerId="LiveId" clId="{058D5BB7-9DD5-4B24-87B9-B129C3AEC999}" dt="2026-07-13T16:50:33.879" v="5009" actId="1035"/>
          <ac:spMkLst>
            <pc:docMk/>
            <pc:sldMk cId="3432894202" sldId="260"/>
            <ac:spMk id="18" creationId="{35B98226-4A31-11E4-D3A4-CE994BAEBC84}"/>
          </ac:spMkLst>
        </pc:spChg>
        <pc:spChg chg="add del mod">
          <ac:chgData name="Eduardo Daniel Gonzalez" userId="36bd1c0f1905533b" providerId="LiveId" clId="{058D5BB7-9DD5-4B24-87B9-B129C3AEC999}" dt="2026-07-13T16:52:02.720" v="5042" actId="478"/>
          <ac:spMkLst>
            <pc:docMk/>
            <pc:sldMk cId="3432894202" sldId="260"/>
            <ac:spMk id="19" creationId="{47B374F2-4551-48AE-21CC-25F67B25F137}"/>
          </ac:spMkLst>
        </pc:spChg>
        <pc:spChg chg="add mod">
          <ac:chgData name="Eduardo Daniel Gonzalez" userId="36bd1c0f1905533b" providerId="LiveId" clId="{058D5BB7-9DD5-4B24-87B9-B129C3AEC999}" dt="2026-07-13T16:51:07.945" v="5035" actId="1076"/>
          <ac:spMkLst>
            <pc:docMk/>
            <pc:sldMk cId="3432894202" sldId="260"/>
            <ac:spMk id="20" creationId="{E69F72D0-8F03-BB28-3DD6-CD8C0F020058}"/>
          </ac:spMkLst>
        </pc:spChg>
        <pc:spChg chg="add mod">
          <ac:chgData name="Eduardo Daniel Gonzalez" userId="36bd1c0f1905533b" providerId="LiveId" clId="{058D5BB7-9DD5-4B24-87B9-B129C3AEC999}" dt="2026-07-13T16:51:23.827" v="5039" actId="1076"/>
          <ac:spMkLst>
            <pc:docMk/>
            <pc:sldMk cId="3432894202" sldId="260"/>
            <ac:spMk id="21" creationId="{C3DCB99F-EC4B-C7EB-F174-DC3C37550DBC}"/>
          </ac:spMkLst>
        </pc:spChg>
        <pc:picChg chg="add del mod">
          <ac:chgData name="Eduardo Daniel Gonzalez" userId="36bd1c0f1905533b" providerId="LiveId" clId="{058D5BB7-9DD5-4B24-87B9-B129C3AEC999}" dt="2026-07-12T21:07:31.221" v="2791" actId="478"/>
          <ac:picMkLst>
            <pc:docMk/>
            <pc:sldMk cId="3432894202" sldId="260"/>
            <ac:picMk id="6" creationId="{5E4857CA-1A3D-A498-AB82-C4D3CD05B113}"/>
          </ac:picMkLst>
        </pc:picChg>
        <pc:picChg chg="add mod ord">
          <ac:chgData name="Eduardo Daniel Gonzalez" userId="36bd1c0f1905533b" providerId="LiveId" clId="{058D5BB7-9DD5-4B24-87B9-B129C3AEC999}" dt="2026-07-13T16:51:27.684" v="5040" actId="166"/>
          <ac:picMkLst>
            <pc:docMk/>
            <pc:sldMk cId="3432894202" sldId="260"/>
            <ac:picMk id="9" creationId="{1B0711FC-749E-5146-D0AF-18F4F9D5FC7C}"/>
          </ac:picMkLst>
        </pc:picChg>
        <pc:picChg chg="add mod">
          <ac:chgData name="Eduardo Daniel Gonzalez" userId="36bd1c0f1905533b" providerId="LiveId" clId="{058D5BB7-9DD5-4B24-87B9-B129C3AEC999}" dt="2026-07-13T16:52:27.040" v="5050" actId="1037"/>
          <ac:picMkLst>
            <pc:docMk/>
            <pc:sldMk cId="3432894202" sldId="260"/>
            <ac:picMk id="23" creationId="{B57A7915-93D8-ED45-204A-7BC9609FEFBE}"/>
          </ac:picMkLst>
        </pc:picChg>
      </pc:sldChg>
      <pc:sldChg chg="addSp delSp modSp add mod modNotesTx">
        <pc:chgData name="Eduardo Daniel Gonzalez" userId="36bd1c0f1905533b" providerId="LiveId" clId="{058D5BB7-9DD5-4B24-87B9-B129C3AEC999}" dt="2026-07-13T11:48:03.100" v="4080" actId="1035"/>
        <pc:sldMkLst>
          <pc:docMk/>
          <pc:sldMk cId="1045947339" sldId="261"/>
        </pc:sldMkLst>
        <pc:spChg chg="mod">
          <ac:chgData name="Eduardo Daniel Gonzalez" userId="36bd1c0f1905533b" providerId="LiveId" clId="{058D5BB7-9DD5-4B24-87B9-B129C3AEC999}" dt="2026-07-12T13:49:21.451" v="1988" actId="20577"/>
          <ac:spMkLst>
            <pc:docMk/>
            <pc:sldMk cId="1045947339" sldId="261"/>
            <ac:spMk id="2" creationId="{06054ED7-60AD-C6FC-5C7B-6895C3E41383}"/>
          </ac:spMkLst>
        </pc:spChg>
        <pc:spChg chg="add mod">
          <ac:chgData name="Eduardo Daniel Gonzalez" userId="36bd1c0f1905533b" providerId="LiveId" clId="{058D5BB7-9DD5-4B24-87B9-B129C3AEC999}" dt="2026-07-13T11:47:20.615" v="3999" actId="14100"/>
          <ac:spMkLst>
            <pc:docMk/>
            <pc:sldMk cId="1045947339" sldId="261"/>
            <ac:spMk id="4" creationId="{68397D00-684F-9864-B6F1-5DFD7681CCF6}"/>
          </ac:spMkLst>
        </pc:spChg>
        <pc:spChg chg="mod">
          <ac:chgData name="Eduardo Daniel Gonzalez" userId="36bd1c0f1905533b" providerId="LiveId" clId="{058D5BB7-9DD5-4B24-87B9-B129C3AEC999}" dt="2026-07-13T11:43:36.516" v="3973" actId="20577"/>
          <ac:spMkLst>
            <pc:docMk/>
            <pc:sldMk cId="1045947339" sldId="261"/>
            <ac:spMk id="7" creationId="{5C7C3342-391D-89D3-E84A-218E5BC68619}"/>
          </ac:spMkLst>
        </pc:spChg>
        <pc:spChg chg="add mod">
          <ac:chgData name="Eduardo Daniel Gonzalez" userId="36bd1c0f1905533b" providerId="LiveId" clId="{058D5BB7-9DD5-4B24-87B9-B129C3AEC999}" dt="2026-07-13T11:47:26.950" v="4037" actId="1036"/>
          <ac:spMkLst>
            <pc:docMk/>
            <pc:sldMk cId="1045947339" sldId="261"/>
            <ac:spMk id="10" creationId="{6511636C-875F-FEE2-283F-84F6FF4A5ADF}"/>
          </ac:spMkLst>
        </pc:spChg>
        <pc:picChg chg="add mod">
          <ac:chgData name="Eduardo Daniel Gonzalez" userId="36bd1c0f1905533b" providerId="LiveId" clId="{058D5BB7-9DD5-4B24-87B9-B129C3AEC999}" dt="2026-07-13T11:48:03.100" v="4080" actId="1035"/>
          <ac:picMkLst>
            <pc:docMk/>
            <pc:sldMk cId="1045947339" sldId="261"/>
            <ac:picMk id="8" creationId="{16F47794-9F18-3D6C-796D-6418FE89B24B}"/>
          </ac:picMkLst>
        </pc:picChg>
        <pc:picChg chg="add del mod">
          <ac:chgData name="Eduardo Daniel Gonzalez" userId="36bd1c0f1905533b" providerId="LiveId" clId="{058D5BB7-9DD5-4B24-87B9-B129C3AEC999}" dt="2026-07-12T21:31:22.552" v="2855" actId="478"/>
          <ac:picMkLst>
            <pc:docMk/>
            <pc:sldMk cId="1045947339" sldId="261"/>
            <ac:picMk id="8" creationId="{D9AF42F5-DA05-FA6D-91E5-57C23F2198C8}"/>
          </ac:picMkLst>
        </pc:picChg>
        <pc:picChg chg="add del mod">
          <ac:chgData name="Eduardo Daniel Gonzalez" userId="36bd1c0f1905533b" providerId="LiveId" clId="{058D5BB7-9DD5-4B24-87B9-B129C3AEC999}" dt="2026-07-12T21:31:26.518" v="2856" actId="21"/>
          <ac:picMkLst>
            <pc:docMk/>
            <pc:sldMk cId="1045947339" sldId="261"/>
            <ac:picMk id="10" creationId="{D1A3839A-7034-191B-C1A0-1A6B948B91ED}"/>
          </ac:picMkLst>
        </pc:picChg>
        <pc:picChg chg="add del mod">
          <ac:chgData name="Eduardo Daniel Gonzalez" userId="36bd1c0f1905533b" providerId="LiveId" clId="{058D5BB7-9DD5-4B24-87B9-B129C3AEC999}" dt="2026-07-12T21:22:33.158" v="2816" actId="478"/>
          <ac:picMkLst>
            <pc:docMk/>
            <pc:sldMk cId="1045947339" sldId="261"/>
            <ac:picMk id="12" creationId="{C4F697B5-365E-F090-1082-C30BF14A17AD}"/>
          </ac:picMkLst>
        </pc:picChg>
        <pc:picChg chg="add del mod">
          <ac:chgData name="Eduardo Daniel Gonzalez" userId="36bd1c0f1905533b" providerId="LiveId" clId="{058D5BB7-9DD5-4B24-87B9-B129C3AEC999}" dt="2026-07-12T21:32:03.541" v="2861" actId="21"/>
          <ac:picMkLst>
            <pc:docMk/>
            <pc:sldMk cId="1045947339" sldId="261"/>
            <ac:picMk id="14" creationId="{6B82AB2C-C4D8-AE2E-6FC7-770F4F52DBE9}"/>
          </ac:picMkLst>
        </pc:picChg>
        <pc:picChg chg="add del">
          <ac:chgData name="Eduardo Daniel Gonzalez" userId="36bd1c0f1905533b" providerId="LiveId" clId="{058D5BB7-9DD5-4B24-87B9-B129C3AEC999}" dt="2026-07-12T21:26:52.995" v="2829" actId="478"/>
          <ac:picMkLst>
            <pc:docMk/>
            <pc:sldMk cId="1045947339" sldId="261"/>
            <ac:picMk id="16" creationId="{64B9A2BF-C42E-0DE4-B4B9-9012FAB3B462}"/>
          </ac:picMkLst>
        </pc:picChg>
        <pc:picChg chg="add del">
          <ac:chgData name="Eduardo Daniel Gonzalez" userId="36bd1c0f1905533b" providerId="LiveId" clId="{058D5BB7-9DD5-4B24-87B9-B129C3AEC999}" dt="2026-07-12T21:26:46.735" v="2827" actId="478"/>
          <ac:picMkLst>
            <pc:docMk/>
            <pc:sldMk cId="1045947339" sldId="261"/>
            <ac:picMk id="18" creationId="{DE7D9C4E-0D13-137F-D130-DCD7689EF137}"/>
          </ac:picMkLst>
        </pc:picChg>
        <pc:picChg chg="add del">
          <ac:chgData name="Eduardo Daniel Gonzalez" userId="36bd1c0f1905533b" providerId="LiveId" clId="{058D5BB7-9DD5-4B24-87B9-B129C3AEC999}" dt="2026-07-12T21:26:55.322" v="2830" actId="478"/>
          <ac:picMkLst>
            <pc:docMk/>
            <pc:sldMk cId="1045947339" sldId="261"/>
            <ac:picMk id="20" creationId="{18D972B8-CE33-113B-53AA-E8D802B3DE26}"/>
          </ac:picMkLst>
        </pc:picChg>
        <pc:picChg chg="add del">
          <ac:chgData name="Eduardo Daniel Gonzalez" userId="36bd1c0f1905533b" providerId="LiveId" clId="{058D5BB7-9DD5-4B24-87B9-B129C3AEC999}" dt="2026-07-12T21:26:49.224" v="2828" actId="478"/>
          <ac:picMkLst>
            <pc:docMk/>
            <pc:sldMk cId="1045947339" sldId="261"/>
            <ac:picMk id="22" creationId="{7FC54CC3-0C5B-D5C2-F971-AD53118A64C6}"/>
          </ac:picMkLst>
        </pc:picChg>
        <pc:picChg chg="add del mod">
          <ac:chgData name="Eduardo Daniel Gonzalez" userId="36bd1c0f1905533b" providerId="LiveId" clId="{058D5BB7-9DD5-4B24-87B9-B129C3AEC999}" dt="2026-07-13T06:40:50.056" v="2866" actId="21"/>
          <ac:picMkLst>
            <pc:docMk/>
            <pc:sldMk cId="1045947339" sldId="261"/>
            <ac:picMk id="24" creationId="{9C5BAFD6-055D-DFAD-4DD5-812C519B2C6F}"/>
          </ac:picMkLst>
        </pc:picChg>
        <pc:picChg chg="add del mod">
          <ac:chgData name="Eduardo Daniel Gonzalez" userId="36bd1c0f1905533b" providerId="LiveId" clId="{058D5BB7-9DD5-4B24-87B9-B129C3AEC999}" dt="2026-07-13T11:33:23.994" v="3880" actId="21"/>
          <ac:picMkLst>
            <pc:docMk/>
            <pc:sldMk cId="1045947339" sldId="261"/>
            <ac:picMk id="26" creationId="{ED281660-7D80-BB71-C16B-F0FCA5898449}"/>
          </ac:picMkLst>
        </pc:picChg>
      </pc:sldChg>
      <pc:sldChg chg="addSp delSp modSp add mod modNotesTx">
        <pc:chgData name="Eduardo Daniel Gonzalez" userId="36bd1c0f1905533b" providerId="LiveId" clId="{058D5BB7-9DD5-4B24-87B9-B129C3AEC999}" dt="2026-07-13T11:56:37.054" v="4159" actId="14100"/>
        <pc:sldMkLst>
          <pc:docMk/>
          <pc:sldMk cId="2711744568" sldId="262"/>
        </pc:sldMkLst>
        <pc:spChg chg="mod">
          <ac:chgData name="Eduardo Daniel Gonzalez" userId="36bd1c0f1905533b" providerId="LiveId" clId="{058D5BB7-9DD5-4B24-87B9-B129C3AEC999}" dt="2026-07-13T11:34:42.550" v="3896" actId="20577"/>
          <ac:spMkLst>
            <pc:docMk/>
            <pc:sldMk cId="2711744568" sldId="262"/>
            <ac:spMk id="2" creationId="{93C04458-788E-F71A-D429-4BB67488EBE2}"/>
          </ac:spMkLst>
        </pc:spChg>
        <pc:spChg chg="del">
          <ac:chgData name="Eduardo Daniel Gonzalez" userId="36bd1c0f1905533b" providerId="LiveId" clId="{058D5BB7-9DD5-4B24-87B9-B129C3AEC999}" dt="2026-07-12T13:49:07.392" v="1984" actId="478"/>
          <ac:spMkLst>
            <pc:docMk/>
            <pc:sldMk cId="2711744568" sldId="262"/>
            <ac:spMk id="4" creationId="{DCDC9BAE-7BAE-DBA6-B128-CD312D13A84F}"/>
          </ac:spMkLst>
        </pc:spChg>
        <pc:spChg chg="mod ord">
          <ac:chgData name="Eduardo Daniel Gonzalez" userId="36bd1c0f1905533b" providerId="LiveId" clId="{058D5BB7-9DD5-4B24-87B9-B129C3AEC999}" dt="2026-07-13T11:56:37.054" v="4159" actId="14100"/>
          <ac:spMkLst>
            <pc:docMk/>
            <pc:sldMk cId="2711744568" sldId="262"/>
            <ac:spMk id="7" creationId="{1BCE77EB-7642-F3DA-717B-BE557232C0C0}"/>
          </ac:spMkLst>
        </pc:spChg>
        <pc:spChg chg="add del mod">
          <ac:chgData name="Eduardo Daniel Gonzalez" userId="36bd1c0f1905533b" providerId="LiveId" clId="{058D5BB7-9DD5-4B24-87B9-B129C3AEC999}" dt="2026-07-13T11:42:12.371" v="3956" actId="478"/>
          <ac:spMkLst>
            <pc:docMk/>
            <pc:sldMk cId="2711744568" sldId="262"/>
            <ac:spMk id="9" creationId="{135EBE91-2CEB-46E4-F2BC-2D8BC4DE1F67}"/>
          </ac:spMkLst>
        </pc:spChg>
        <pc:spChg chg="add del mod">
          <ac:chgData name="Eduardo Daniel Gonzalez" userId="36bd1c0f1905533b" providerId="LiveId" clId="{058D5BB7-9DD5-4B24-87B9-B129C3AEC999}" dt="2026-07-13T11:42:13.954" v="3957" actId="478"/>
          <ac:spMkLst>
            <pc:docMk/>
            <pc:sldMk cId="2711744568" sldId="262"/>
            <ac:spMk id="10" creationId="{5DC21BCC-38C7-6397-1861-DB40281C6B34}"/>
          </ac:spMkLst>
        </pc:spChg>
        <pc:spChg chg="add del mod">
          <ac:chgData name="Eduardo Daniel Gonzalez" userId="36bd1c0f1905533b" providerId="LiveId" clId="{058D5BB7-9DD5-4B24-87B9-B129C3AEC999}" dt="2026-07-13T11:42:16.794" v="3958" actId="478"/>
          <ac:spMkLst>
            <pc:docMk/>
            <pc:sldMk cId="2711744568" sldId="262"/>
            <ac:spMk id="11" creationId="{5422BE87-338D-34D5-A208-3114D7FD0F20}"/>
          </ac:spMkLst>
        </pc:spChg>
        <pc:picChg chg="add mod">
          <ac:chgData name="Eduardo Daniel Gonzalez" userId="36bd1c0f1905533b" providerId="LiveId" clId="{058D5BB7-9DD5-4B24-87B9-B129C3AEC999}" dt="2026-07-13T11:48:43.859" v="4085" actId="1076"/>
          <ac:picMkLst>
            <pc:docMk/>
            <pc:sldMk cId="2711744568" sldId="262"/>
            <ac:picMk id="6" creationId="{09084552-2179-1F38-DDC1-1F5C47DFA2A8}"/>
          </ac:picMkLst>
        </pc:picChg>
        <pc:picChg chg="add del mod ord">
          <ac:chgData name="Eduardo Daniel Gonzalez" userId="36bd1c0f1905533b" providerId="LiveId" clId="{058D5BB7-9DD5-4B24-87B9-B129C3AEC999}" dt="2026-07-13T11:42:10.826" v="3955" actId="478"/>
          <ac:picMkLst>
            <pc:docMk/>
            <pc:sldMk cId="2711744568" sldId="262"/>
            <ac:picMk id="8" creationId="{1968E3B9-2D25-8A6B-9760-21C6069D1E09}"/>
          </ac:picMkLst>
        </pc:picChg>
        <pc:picChg chg="add mod">
          <ac:chgData name="Eduardo Daniel Gonzalez" userId="36bd1c0f1905533b" providerId="LiveId" clId="{058D5BB7-9DD5-4B24-87B9-B129C3AEC999}" dt="2026-07-13T11:48:40.824" v="4084" actId="1076"/>
          <ac:picMkLst>
            <pc:docMk/>
            <pc:sldMk cId="2711744568" sldId="262"/>
            <ac:picMk id="13" creationId="{C24445DC-9E76-B671-836C-2EF4D89D98C1}"/>
          </ac:picMkLst>
        </pc:picChg>
      </pc:sldChg>
      <pc:sldChg chg="addSp delSp modSp add mod">
        <pc:chgData name="Eduardo Daniel Gonzalez" userId="36bd1c0f1905533b" providerId="LiveId" clId="{058D5BB7-9DD5-4B24-87B9-B129C3AEC999}" dt="2026-07-13T11:57:07.706" v="4165" actId="20577"/>
        <pc:sldMkLst>
          <pc:docMk/>
          <pc:sldMk cId="2511359833" sldId="263"/>
        </pc:sldMkLst>
        <pc:spChg chg="mod">
          <ac:chgData name="Eduardo Daniel Gonzalez" userId="36bd1c0f1905533b" providerId="LiveId" clId="{058D5BB7-9DD5-4B24-87B9-B129C3AEC999}" dt="2026-07-12T13:59:28.560" v="2130" actId="20577"/>
          <ac:spMkLst>
            <pc:docMk/>
            <pc:sldMk cId="2511359833" sldId="263"/>
            <ac:spMk id="2" creationId="{61625CA4-7F95-68FE-9388-8F4B7675BEAB}"/>
          </ac:spMkLst>
        </pc:spChg>
        <pc:spChg chg="add del mod ord">
          <ac:chgData name="Eduardo Daniel Gonzalez" userId="36bd1c0f1905533b" providerId="LiveId" clId="{058D5BB7-9DD5-4B24-87B9-B129C3AEC999}" dt="2026-07-13T11:32:54.804" v="3876" actId="478"/>
          <ac:spMkLst>
            <pc:docMk/>
            <pc:sldMk cId="2511359833" sldId="263"/>
            <ac:spMk id="4" creationId="{4E62456C-824B-6E6A-4A63-0EA0B845BA4C}"/>
          </ac:spMkLst>
        </pc:spChg>
        <pc:spChg chg="mod">
          <ac:chgData name="Eduardo Daniel Gonzalez" userId="36bd1c0f1905533b" providerId="LiveId" clId="{058D5BB7-9DD5-4B24-87B9-B129C3AEC999}" dt="2026-07-13T11:57:07.706" v="4165" actId="20577"/>
          <ac:spMkLst>
            <pc:docMk/>
            <pc:sldMk cId="2511359833" sldId="263"/>
            <ac:spMk id="7" creationId="{E30BD83A-8F1D-38FD-4913-48AACC11E627}"/>
          </ac:spMkLst>
        </pc:spChg>
        <pc:spChg chg="add del mod">
          <ac:chgData name="Eduardo Daniel Gonzalez" userId="36bd1c0f1905533b" providerId="LiveId" clId="{058D5BB7-9DD5-4B24-87B9-B129C3AEC999}" dt="2026-07-13T11:28:11.430" v="3679" actId="478"/>
          <ac:spMkLst>
            <pc:docMk/>
            <pc:sldMk cId="2511359833" sldId="263"/>
            <ac:spMk id="8" creationId="{C219BC0F-EE9E-B74B-C0B9-5B25AF0A3353}"/>
          </ac:spMkLst>
        </pc:spChg>
        <pc:spChg chg="add del mod">
          <ac:chgData name="Eduardo Daniel Gonzalez" userId="36bd1c0f1905533b" providerId="LiveId" clId="{058D5BB7-9DD5-4B24-87B9-B129C3AEC999}" dt="2026-07-13T11:30:49.976" v="3843" actId="478"/>
          <ac:spMkLst>
            <pc:docMk/>
            <pc:sldMk cId="2511359833" sldId="263"/>
            <ac:spMk id="9" creationId="{59428AAC-F0E3-DED5-7B8B-C3C2B56910D1}"/>
          </ac:spMkLst>
        </pc:spChg>
        <pc:spChg chg="add del mod">
          <ac:chgData name="Eduardo Daniel Gonzalez" userId="36bd1c0f1905533b" providerId="LiveId" clId="{058D5BB7-9DD5-4B24-87B9-B129C3AEC999}" dt="2026-07-13T11:32:54.804" v="3876" actId="478"/>
          <ac:spMkLst>
            <pc:docMk/>
            <pc:sldMk cId="2511359833" sldId="263"/>
            <ac:spMk id="10" creationId="{9DE4FB32-D9D1-E1CD-C934-CE60C537328B}"/>
          </ac:spMkLst>
        </pc:spChg>
        <pc:spChg chg="add del mod">
          <ac:chgData name="Eduardo Daniel Gonzalez" userId="36bd1c0f1905533b" providerId="LiveId" clId="{058D5BB7-9DD5-4B24-87B9-B129C3AEC999}" dt="2026-07-13T11:32:18.860" v="3871" actId="478"/>
          <ac:spMkLst>
            <pc:docMk/>
            <pc:sldMk cId="2511359833" sldId="263"/>
            <ac:spMk id="11" creationId="{CB89DA4B-9A81-BD68-D728-66A129659CB8}"/>
          </ac:spMkLst>
        </pc:spChg>
        <pc:spChg chg="add del mod">
          <ac:chgData name="Eduardo Daniel Gonzalez" userId="36bd1c0f1905533b" providerId="LiveId" clId="{058D5BB7-9DD5-4B24-87B9-B129C3AEC999}" dt="2026-07-13T11:32:54.804" v="3876" actId="478"/>
          <ac:spMkLst>
            <pc:docMk/>
            <pc:sldMk cId="2511359833" sldId="263"/>
            <ac:spMk id="14" creationId="{1F9AE504-6245-362F-6D01-474FD59BEE16}"/>
          </ac:spMkLst>
        </pc:spChg>
        <pc:picChg chg="add del mod ord">
          <ac:chgData name="Eduardo Daniel Gonzalez" userId="36bd1c0f1905533b" providerId="LiveId" clId="{058D5BB7-9DD5-4B24-87B9-B129C3AEC999}" dt="2026-07-13T11:32:54.804" v="3876" actId="478"/>
          <ac:picMkLst>
            <pc:docMk/>
            <pc:sldMk cId="2511359833" sldId="263"/>
            <ac:picMk id="6" creationId="{135016BB-D8BD-560A-5E7F-2B5D3104DD88}"/>
          </ac:picMkLst>
        </pc:picChg>
        <pc:picChg chg="add del">
          <ac:chgData name="Eduardo Daniel Gonzalez" userId="36bd1c0f1905533b" providerId="LiveId" clId="{058D5BB7-9DD5-4B24-87B9-B129C3AEC999}" dt="2026-07-13T11:31:48.592" v="3857" actId="478"/>
          <ac:picMkLst>
            <pc:docMk/>
            <pc:sldMk cId="2511359833" sldId="263"/>
            <ac:picMk id="13" creationId="{EC09B484-CD37-8B78-00C2-32F0C174E8AD}"/>
          </ac:picMkLst>
        </pc:picChg>
        <pc:picChg chg="add mod">
          <ac:chgData name="Eduardo Daniel Gonzalez" userId="36bd1c0f1905533b" providerId="LiveId" clId="{058D5BB7-9DD5-4B24-87B9-B129C3AEC999}" dt="2026-07-13T11:33:02.692" v="3879" actId="1076"/>
          <ac:picMkLst>
            <pc:docMk/>
            <pc:sldMk cId="2511359833" sldId="263"/>
            <ac:picMk id="16" creationId="{3D12E867-15A7-B14E-A1FA-0AC79A8D5DB2}"/>
          </ac:picMkLst>
        </pc:picChg>
      </pc:sldChg>
      <pc:sldChg chg="addSp delSp modSp add mod modNotesTx">
        <pc:chgData name="Eduardo Daniel Gonzalez" userId="36bd1c0f1905533b" providerId="LiveId" clId="{058D5BB7-9DD5-4B24-87B9-B129C3AEC999}" dt="2026-07-13T11:25:20.567" v="3663" actId="1036"/>
        <pc:sldMkLst>
          <pc:docMk/>
          <pc:sldMk cId="3239293141" sldId="264"/>
        </pc:sldMkLst>
        <pc:spChg chg="mod">
          <ac:chgData name="Eduardo Daniel Gonzalez" userId="36bd1c0f1905533b" providerId="LiveId" clId="{058D5BB7-9DD5-4B24-87B9-B129C3AEC999}" dt="2026-07-12T13:59:52.361" v="2143" actId="20577"/>
          <ac:spMkLst>
            <pc:docMk/>
            <pc:sldMk cId="3239293141" sldId="264"/>
            <ac:spMk id="2" creationId="{0DFFF2F7-E8B6-50A8-8547-4B5C28D06027}"/>
          </ac:spMkLst>
        </pc:spChg>
        <pc:spChg chg="mod ord">
          <ac:chgData name="Eduardo Daniel Gonzalez" userId="36bd1c0f1905533b" providerId="LiveId" clId="{058D5BB7-9DD5-4B24-87B9-B129C3AEC999}" dt="2026-07-13T11:24:42.741" v="3588" actId="14100"/>
          <ac:spMkLst>
            <pc:docMk/>
            <pc:sldMk cId="3239293141" sldId="264"/>
            <ac:spMk id="7" creationId="{8B2412B5-45B5-FFC6-7CE8-9E8A09154503}"/>
          </ac:spMkLst>
        </pc:spChg>
        <pc:spChg chg="add mod topLvl">
          <ac:chgData name="Eduardo Daniel Gonzalez" userId="36bd1c0f1905533b" providerId="LiveId" clId="{058D5BB7-9DD5-4B24-87B9-B129C3AEC999}" dt="2026-07-13T11:23:36.257" v="3490" actId="164"/>
          <ac:spMkLst>
            <pc:docMk/>
            <pc:sldMk cId="3239293141" sldId="264"/>
            <ac:spMk id="10" creationId="{ED20CB3D-F1F7-4035-216C-2CEE0C9DBB2D}"/>
          </ac:spMkLst>
        </pc:spChg>
        <pc:spChg chg="mod topLvl">
          <ac:chgData name="Eduardo Daniel Gonzalez" userId="36bd1c0f1905533b" providerId="LiveId" clId="{058D5BB7-9DD5-4B24-87B9-B129C3AEC999}" dt="2026-07-13T11:21:59.675" v="3399" actId="164"/>
          <ac:spMkLst>
            <pc:docMk/>
            <pc:sldMk cId="3239293141" sldId="264"/>
            <ac:spMk id="24" creationId="{DA2C5B6C-3AB5-3F77-A3C9-900B27333FC1}"/>
          </ac:spMkLst>
        </pc:spChg>
        <pc:grpChg chg="add del mod">
          <ac:chgData name="Eduardo Daniel Gonzalez" userId="36bd1c0f1905533b" providerId="LiveId" clId="{058D5BB7-9DD5-4B24-87B9-B129C3AEC999}" dt="2026-07-13T11:19:47.286" v="3332" actId="165"/>
          <ac:grpSpMkLst>
            <pc:docMk/>
            <pc:sldMk cId="3239293141" sldId="264"/>
            <ac:grpSpMk id="11" creationId="{E564CA3A-B0B5-1A88-9F02-4D627667B3AC}"/>
          </ac:grpSpMkLst>
        </pc:grpChg>
        <pc:grpChg chg="add mod">
          <ac:chgData name="Eduardo Daniel Gonzalez" userId="36bd1c0f1905533b" providerId="LiveId" clId="{058D5BB7-9DD5-4B24-87B9-B129C3AEC999}" dt="2026-07-13T11:25:20.567" v="3663" actId="1036"/>
          <ac:grpSpMkLst>
            <pc:docMk/>
            <pc:sldMk cId="3239293141" sldId="264"/>
            <ac:grpSpMk id="20" creationId="{F25D00A6-DAAA-34FC-114E-E5316F0E3E88}"/>
          </ac:grpSpMkLst>
        </pc:grpChg>
        <pc:grpChg chg="add del mod">
          <ac:chgData name="Eduardo Daniel Gonzalez" userId="36bd1c0f1905533b" providerId="LiveId" clId="{058D5BB7-9DD5-4B24-87B9-B129C3AEC999}" dt="2026-07-13T11:23:17.597" v="3473" actId="165"/>
          <ac:grpSpMkLst>
            <pc:docMk/>
            <pc:sldMk cId="3239293141" sldId="264"/>
            <ac:grpSpMk id="21" creationId="{E071B7E4-592D-EA2F-0A8D-9420AA3C7414}"/>
          </ac:grpSpMkLst>
        </pc:grpChg>
        <pc:grpChg chg="add del mod">
          <ac:chgData name="Eduardo Daniel Gonzalez" userId="36bd1c0f1905533b" providerId="LiveId" clId="{058D5BB7-9DD5-4B24-87B9-B129C3AEC999}" dt="2026-07-13T11:21:31.480" v="3394" actId="165"/>
          <ac:grpSpMkLst>
            <pc:docMk/>
            <pc:sldMk cId="3239293141" sldId="264"/>
            <ac:grpSpMk id="22" creationId="{8BC6EF99-6B94-D2BE-E5D3-0B4499CA077F}"/>
          </ac:grpSpMkLst>
        </pc:grpChg>
        <pc:grpChg chg="add mod">
          <ac:chgData name="Eduardo Daniel Gonzalez" userId="36bd1c0f1905533b" providerId="LiveId" clId="{058D5BB7-9DD5-4B24-87B9-B129C3AEC999}" dt="2026-07-13T11:25:20.567" v="3663" actId="1036"/>
          <ac:grpSpMkLst>
            <pc:docMk/>
            <pc:sldMk cId="3239293141" sldId="264"/>
            <ac:grpSpMk id="25" creationId="{068320E7-9B66-00FD-9122-D38BD57BFFC3}"/>
          </ac:grpSpMkLst>
        </pc:grpChg>
        <pc:grpChg chg="add mod">
          <ac:chgData name="Eduardo Daniel Gonzalez" userId="36bd1c0f1905533b" providerId="LiveId" clId="{058D5BB7-9DD5-4B24-87B9-B129C3AEC999}" dt="2026-07-13T11:25:20.567" v="3663" actId="1036"/>
          <ac:grpSpMkLst>
            <pc:docMk/>
            <pc:sldMk cId="3239293141" sldId="264"/>
            <ac:grpSpMk id="26" creationId="{F2015D4E-5E87-18EC-D97A-800A013CFB18}"/>
          </ac:grpSpMkLst>
        </pc:grpChg>
        <pc:picChg chg="add del mod">
          <ac:chgData name="Eduardo Daniel Gonzalez" userId="36bd1c0f1905533b" providerId="LiveId" clId="{058D5BB7-9DD5-4B24-87B9-B129C3AEC999}" dt="2026-07-13T11:17:39.594" v="3264" actId="478"/>
          <ac:picMkLst>
            <pc:docMk/>
            <pc:sldMk cId="3239293141" sldId="264"/>
            <ac:picMk id="6" creationId="{D234BF1D-7894-9C5C-611A-258CFCFEC3BF}"/>
          </ac:picMkLst>
        </pc:picChg>
        <pc:picChg chg="add mod topLvl">
          <ac:chgData name="Eduardo Daniel Gonzalez" userId="36bd1c0f1905533b" providerId="LiveId" clId="{058D5BB7-9DD5-4B24-87B9-B129C3AEC999}" dt="2026-07-13T11:23:36.257" v="3490" actId="164"/>
          <ac:picMkLst>
            <pc:docMk/>
            <pc:sldMk cId="3239293141" sldId="264"/>
            <ac:picMk id="8" creationId="{C4E8BE1B-B929-B02D-6358-F4FB09C078F5}"/>
          </ac:picMkLst>
        </pc:picChg>
        <pc:picChg chg="add del mod">
          <ac:chgData name="Eduardo Daniel Gonzalez" userId="36bd1c0f1905533b" providerId="LiveId" clId="{058D5BB7-9DD5-4B24-87B9-B129C3AEC999}" dt="2026-07-13T11:17:42.529" v="3265" actId="478"/>
          <ac:picMkLst>
            <pc:docMk/>
            <pc:sldMk cId="3239293141" sldId="264"/>
            <ac:picMk id="13" creationId="{1224E262-0C95-C3C3-5F55-95B3A77987F2}"/>
          </ac:picMkLst>
        </pc:picChg>
        <pc:picChg chg="add mod ord">
          <ac:chgData name="Eduardo Daniel Gonzalez" userId="36bd1c0f1905533b" providerId="LiveId" clId="{058D5BB7-9DD5-4B24-87B9-B129C3AEC999}" dt="2026-07-13T11:18:10.763" v="3271" actId="164"/>
          <ac:picMkLst>
            <pc:docMk/>
            <pc:sldMk cId="3239293141" sldId="264"/>
            <ac:picMk id="15" creationId="{D427D286-FE72-EED2-10C5-A62EDA81B1C4}"/>
          </ac:picMkLst>
        </pc:picChg>
        <pc:picChg chg="add mod">
          <ac:chgData name="Eduardo Daniel Gonzalez" userId="36bd1c0f1905533b" providerId="LiveId" clId="{058D5BB7-9DD5-4B24-87B9-B129C3AEC999}" dt="2026-07-13T11:18:10.763" v="3271" actId="164"/>
          <ac:picMkLst>
            <pc:docMk/>
            <pc:sldMk cId="3239293141" sldId="264"/>
            <ac:picMk id="17" creationId="{E4A15F06-2CAF-CBEA-E440-6C0C3A90F90F}"/>
          </ac:picMkLst>
        </pc:picChg>
        <pc:picChg chg="add mod">
          <ac:chgData name="Eduardo Daniel Gonzalez" userId="36bd1c0f1905533b" providerId="LiveId" clId="{058D5BB7-9DD5-4B24-87B9-B129C3AEC999}" dt="2026-07-13T11:18:10.763" v="3271" actId="164"/>
          <ac:picMkLst>
            <pc:docMk/>
            <pc:sldMk cId="3239293141" sldId="264"/>
            <ac:picMk id="19" creationId="{D93D1A37-C12D-843A-3C14-0F5B66CFFBFD}"/>
          </ac:picMkLst>
        </pc:picChg>
        <pc:picChg chg="mod topLvl">
          <ac:chgData name="Eduardo Daniel Gonzalez" userId="36bd1c0f1905533b" providerId="LiveId" clId="{058D5BB7-9DD5-4B24-87B9-B129C3AEC999}" dt="2026-07-13T11:21:59.675" v="3399" actId="164"/>
          <ac:picMkLst>
            <pc:docMk/>
            <pc:sldMk cId="3239293141" sldId="264"/>
            <ac:picMk id="23" creationId="{0FF0FA6F-EBCB-5F4E-8100-8D062FDFF782}"/>
          </ac:picMkLst>
        </pc:picChg>
      </pc:sldChg>
      <pc:sldChg chg="addSp delSp modSp add mod modNotesTx">
        <pc:chgData name="Eduardo Daniel Gonzalez" userId="36bd1c0f1905533b" providerId="LiveId" clId="{058D5BB7-9DD5-4B24-87B9-B129C3AEC999}" dt="2026-07-13T11:24:22.287" v="3587" actId="1036"/>
        <pc:sldMkLst>
          <pc:docMk/>
          <pc:sldMk cId="2073457773" sldId="265"/>
        </pc:sldMkLst>
        <pc:spChg chg="mod">
          <ac:chgData name="Eduardo Daniel Gonzalez" userId="36bd1c0f1905533b" providerId="LiveId" clId="{058D5BB7-9DD5-4B24-87B9-B129C3AEC999}" dt="2026-07-12T14:02:56.300" v="2221" actId="20577"/>
          <ac:spMkLst>
            <pc:docMk/>
            <pc:sldMk cId="2073457773" sldId="265"/>
            <ac:spMk id="2" creationId="{2955B8F9-E67D-3C8E-BC3E-BF0BFDD1DF43}"/>
          </ac:spMkLst>
        </pc:spChg>
        <pc:spChg chg="mod">
          <ac:chgData name="Eduardo Daniel Gonzalez" userId="36bd1c0f1905533b" providerId="LiveId" clId="{058D5BB7-9DD5-4B24-87B9-B129C3AEC999}" dt="2026-07-13T11:03:30.323" v="3056" actId="20577"/>
          <ac:spMkLst>
            <pc:docMk/>
            <pc:sldMk cId="2073457773" sldId="265"/>
            <ac:spMk id="7" creationId="{6AF4F4F8-FC97-038D-67DD-0C0FDF59B799}"/>
          </ac:spMkLst>
        </pc:spChg>
        <pc:spChg chg="mod">
          <ac:chgData name="Eduardo Daniel Gonzalez" userId="36bd1c0f1905533b" providerId="LiveId" clId="{058D5BB7-9DD5-4B24-87B9-B129C3AEC999}" dt="2026-07-13T10:27:42.702" v="2873"/>
          <ac:spMkLst>
            <pc:docMk/>
            <pc:sldMk cId="2073457773" sldId="265"/>
            <ac:spMk id="10" creationId="{F6FC5E72-A37C-5145-AC11-69AF56FAE268}"/>
          </ac:spMkLst>
        </pc:spChg>
        <pc:spChg chg="mod">
          <ac:chgData name="Eduardo Daniel Gonzalez" userId="36bd1c0f1905533b" providerId="LiveId" clId="{058D5BB7-9DD5-4B24-87B9-B129C3AEC999}" dt="2026-07-13T10:27:42.702" v="2873"/>
          <ac:spMkLst>
            <pc:docMk/>
            <pc:sldMk cId="2073457773" sldId="265"/>
            <ac:spMk id="13" creationId="{B0B71279-DF16-C015-3142-0A1A878E0787}"/>
          </ac:spMkLst>
        </pc:spChg>
        <pc:spChg chg="mod">
          <ac:chgData name="Eduardo Daniel Gonzalez" userId="36bd1c0f1905533b" providerId="LiveId" clId="{058D5BB7-9DD5-4B24-87B9-B129C3AEC999}" dt="2026-07-13T10:27:42.702" v="2873"/>
          <ac:spMkLst>
            <pc:docMk/>
            <pc:sldMk cId="2073457773" sldId="265"/>
            <ac:spMk id="16" creationId="{CA436CF6-2667-F347-3875-F0C951AFC5D5}"/>
          </ac:spMkLst>
        </pc:spChg>
        <pc:grpChg chg="add mod">
          <ac:chgData name="Eduardo Daniel Gonzalez" userId="36bd1c0f1905533b" providerId="LiveId" clId="{058D5BB7-9DD5-4B24-87B9-B129C3AEC999}" dt="2026-07-13T11:24:15.243" v="3561" actId="1036"/>
          <ac:grpSpMkLst>
            <pc:docMk/>
            <pc:sldMk cId="2073457773" sldId="265"/>
            <ac:grpSpMk id="8" creationId="{53173389-6F63-0A56-2C9F-4F3C7862A3B5}"/>
          </ac:grpSpMkLst>
        </pc:grpChg>
        <pc:grpChg chg="add mod">
          <ac:chgData name="Eduardo Daniel Gonzalez" userId="36bd1c0f1905533b" providerId="LiveId" clId="{058D5BB7-9DD5-4B24-87B9-B129C3AEC999}" dt="2026-07-13T11:24:22.287" v="3587" actId="1036"/>
          <ac:grpSpMkLst>
            <pc:docMk/>
            <pc:sldMk cId="2073457773" sldId="265"/>
            <ac:grpSpMk id="11" creationId="{05F71529-5BC1-8907-FB7B-7290E0F97D68}"/>
          </ac:grpSpMkLst>
        </pc:grpChg>
        <pc:grpChg chg="add mod">
          <ac:chgData name="Eduardo Daniel Gonzalez" userId="36bd1c0f1905533b" providerId="LiveId" clId="{058D5BB7-9DD5-4B24-87B9-B129C3AEC999}" dt="2026-07-13T11:24:09.654" v="3538" actId="1035"/>
          <ac:grpSpMkLst>
            <pc:docMk/>
            <pc:sldMk cId="2073457773" sldId="265"/>
            <ac:grpSpMk id="14" creationId="{26B40AA9-ED58-D58D-CBE4-ED806F0431EA}"/>
          </ac:grpSpMkLst>
        </pc:grpChg>
        <pc:picChg chg="add del mod">
          <ac:chgData name="Eduardo Daniel Gonzalez" userId="36bd1c0f1905533b" providerId="LiveId" clId="{058D5BB7-9DD5-4B24-87B9-B129C3AEC999}" dt="2026-07-13T11:00:34.918" v="3002" actId="478"/>
          <ac:picMkLst>
            <pc:docMk/>
            <pc:sldMk cId="2073457773" sldId="265"/>
            <ac:picMk id="6" creationId="{86DD5F36-FF39-8AC4-C663-EB7EC7B22AE9}"/>
          </ac:picMkLst>
        </pc:picChg>
        <pc:picChg chg="mod">
          <ac:chgData name="Eduardo Daniel Gonzalez" userId="36bd1c0f1905533b" providerId="LiveId" clId="{058D5BB7-9DD5-4B24-87B9-B129C3AEC999}" dt="2026-07-13T10:27:42.702" v="2873"/>
          <ac:picMkLst>
            <pc:docMk/>
            <pc:sldMk cId="2073457773" sldId="265"/>
            <ac:picMk id="9" creationId="{CCCE0D5F-5DD0-1CA5-6334-DD460F36E5F0}"/>
          </ac:picMkLst>
        </pc:picChg>
        <pc:picChg chg="mod">
          <ac:chgData name="Eduardo Daniel Gonzalez" userId="36bd1c0f1905533b" providerId="LiveId" clId="{058D5BB7-9DD5-4B24-87B9-B129C3AEC999}" dt="2026-07-13T10:27:42.702" v="2873"/>
          <ac:picMkLst>
            <pc:docMk/>
            <pc:sldMk cId="2073457773" sldId="265"/>
            <ac:picMk id="12" creationId="{681B66F0-18F6-D198-78FC-89FABAE6757A}"/>
          </ac:picMkLst>
        </pc:picChg>
        <pc:picChg chg="mod">
          <ac:chgData name="Eduardo Daniel Gonzalez" userId="36bd1c0f1905533b" providerId="LiveId" clId="{058D5BB7-9DD5-4B24-87B9-B129C3AEC999}" dt="2026-07-13T10:27:42.702" v="2873"/>
          <ac:picMkLst>
            <pc:docMk/>
            <pc:sldMk cId="2073457773" sldId="265"/>
            <ac:picMk id="15" creationId="{101D9DAF-A48D-D271-8F2A-AFC4C6FB1146}"/>
          </ac:picMkLst>
        </pc:picChg>
        <pc:picChg chg="add del">
          <ac:chgData name="Eduardo Daniel Gonzalez" userId="36bd1c0f1905533b" providerId="LiveId" clId="{058D5BB7-9DD5-4B24-87B9-B129C3AEC999}" dt="2026-07-13T10:57:05.123" v="2993" actId="22"/>
          <ac:picMkLst>
            <pc:docMk/>
            <pc:sldMk cId="2073457773" sldId="265"/>
            <ac:picMk id="18" creationId="{2372B02F-390E-BABB-E389-43B85033B90F}"/>
          </ac:picMkLst>
        </pc:picChg>
        <pc:picChg chg="add del">
          <ac:chgData name="Eduardo Daniel Gonzalez" userId="36bd1c0f1905533b" providerId="LiveId" clId="{058D5BB7-9DD5-4B24-87B9-B129C3AEC999}" dt="2026-07-13T10:58:19.384" v="2995" actId="478"/>
          <ac:picMkLst>
            <pc:docMk/>
            <pc:sldMk cId="2073457773" sldId="265"/>
            <ac:picMk id="20" creationId="{B4398E65-E92E-EB16-E0D7-EC73A4F0AA91}"/>
          </ac:picMkLst>
        </pc:picChg>
        <pc:picChg chg="add mod">
          <ac:chgData name="Eduardo Daniel Gonzalez" userId="36bd1c0f1905533b" providerId="LiveId" clId="{058D5BB7-9DD5-4B24-87B9-B129C3AEC999}" dt="2026-07-13T11:23:57.061" v="3492" actId="1076"/>
          <ac:picMkLst>
            <pc:docMk/>
            <pc:sldMk cId="2073457773" sldId="265"/>
            <ac:picMk id="22" creationId="{855D32AE-918E-C355-AF27-5757B64A09AE}"/>
          </ac:picMkLst>
        </pc:picChg>
        <pc:picChg chg="add mod">
          <ac:chgData name="Eduardo Daniel Gonzalez" userId="36bd1c0f1905533b" providerId="LiveId" clId="{058D5BB7-9DD5-4B24-87B9-B129C3AEC999}" dt="2026-07-13T11:23:53.604" v="3491" actId="14100"/>
          <ac:picMkLst>
            <pc:docMk/>
            <pc:sldMk cId="2073457773" sldId="265"/>
            <ac:picMk id="24" creationId="{5ECA7A60-0E84-41FA-2356-7E7ABF193FA6}"/>
          </ac:picMkLst>
        </pc:picChg>
      </pc:sldChg>
      <pc:sldChg chg="addSp modSp add mod">
        <pc:chgData name="Eduardo Daniel Gonzalez" userId="36bd1c0f1905533b" providerId="LiveId" clId="{058D5BB7-9DD5-4B24-87B9-B129C3AEC999}" dt="2026-07-13T12:02:20.037" v="4196" actId="1038"/>
        <pc:sldMkLst>
          <pc:docMk/>
          <pc:sldMk cId="1866911251" sldId="266"/>
        </pc:sldMkLst>
        <pc:spChg chg="mod">
          <ac:chgData name="Eduardo Daniel Gonzalez" userId="36bd1c0f1905533b" providerId="LiveId" clId="{058D5BB7-9DD5-4B24-87B9-B129C3AEC999}" dt="2026-07-12T14:05:48.095" v="2242"/>
          <ac:spMkLst>
            <pc:docMk/>
            <pc:sldMk cId="1866911251" sldId="266"/>
            <ac:spMk id="2" creationId="{6A6EF7F1-2E25-6779-3917-C8CFA9522707}"/>
          </ac:spMkLst>
        </pc:spChg>
        <pc:spChg chg="mod">
          <ac:chgData name="Eduardo Daniel Gonzalez" userId="36bd1c0f1905533b" providerId="LiveId" clId="{058D5BB7-9DD5-4B24-87B9-B129C3AEC999}" dt="2026-07-13T12:02:15.936" v="4172" actId="14100"/>
          <ac:spMkLst>
            <pc:docMk/>
            <pc:sldMk cId="1866911251" sldId="266"/>
            <ac:spMk id="7" creationId="{5F650F52-3D17-F957-2BCC-8F72DA160020}"/>
          </ac:spMkLst>
        </pc:spChg>
        <pc:picChg chg="add mod">
          <ac:chgData name="Eduardo Daniel Gonzalez" userId="36bd1c0f1905533b" providerId="LiveId" clId="{058D5BB7-9DD5-4B24-87B9-B129C3AEC999}" dt="2026-07-13T12:02:20.037" v="4196" actId="1038"/>
          <ac:picMkLst>
            <pc:docMk/>
            <pc:sldMk cId="1866911251" sldId="266"/>
            <ac:picMk id="6" creationId="{BADF2949-E664-17BF-7986-4D5A90ED89B1}"/>
          </ac:picMkLst>
        </pc:picChg>
      </pc:sldChg>
      <pc:sldChg chg="addSp delSp modSp add mod modNotesTx">
        <pc:chgData name="Eduardo Daniel Gonzalez" userId="36bd1c0f1905533b" providerId="LiveId" clId="{058D5BB7-9DD5-4B24-87B9-B129C3AEC999}" dt="2026-07-13T16:27:16.896" v="4485" actId="20577"/>
        <pc:sldMkLst>
          <pc:docMk/>
          <pc:sldMk cId="2550536060" sldId="267"/>
        </pc:sldMkLst>
        <pc:spChg chg="mod">
          <ac:chgData name="Eduardo Daniel Gonzalez" userId="36bd1c0f1905533b" providerId="LiveId" clId="{058D5BB7-9DD5-4B24-87B9-B129C3AEC999}" dt="2026-07-12T14:34:28.378" v="2426" actId="20577"/>
          <ac:spMkLst>
            <pc:docMk/>
            <pc:sldMk cId="2550536060" sldId="267"/>
            <ac:spMk id="2" creationId="{F3918A03-F125-A0C4-5293-58853184F563}"/>
          </ac:spMkLst>
        </pc:spChg>
        <pc:spChg chg="mod">
          <ac:chgData name="Eduardo Daniel Gonzalez" userId="36bd1c0f1905533b" providerId="LiveId" clId="{058D5BB7-9DD5-4B24-87B9-B129C3AEC999}" dt="2026-07-13T16:27:16.896" v="4485" actId="20577"/>
          <ac:spMkLst>
            <pc:docMk/>
            <pc:sldMk cId="2550536060" sldId="267"/>
            <ac:spMk id="7" creationId="{BA7206BD-8D2E-07BF-5E97-D5CDF76856CE}"/>
          </ac:spMkLst>
        </pc:spChg>
        <pc:spChg chg="add mod">
          <ac:chgData name="Eduardo Daniel Gonzalez" userId="36bd1c0f1905533b" providerId="LiveId" clId="{058D5BB7-9DD5-4B24-87B9-B129C3AEC999}" dt="2026-07-13T16:26:23.820" v="4456" actId="1035"/>
          <ac:spMkLst>
            <pc:docMk/>
            <pc:sldMk cId="2550536060" sldId="267"/>
            <ac:spMk id="13" creationId="{0CBCFFEE-3FC3-EFBB-7982-F6ADB4259E89}"/>
          </ac:spMkLst>
        </pc:spChg>
        <pc:spChg chg="add mod">
          <ac:chgData name="Eduardo Daniel Gonzalez" userId="36bd1c0f1905533b" providerId="LiveId" clId="{058D5BB7-9DD5-4B24-87B9-B129C3AEC999}" dt="2026-07-13T16:26:35.089" v="4477" actId="1038"/>
          <ac:spMkLst>
            <pc:docMk/>
            <pc:sldMk cId="2550536060" sldId="267"/>
            <ac:spMk id="14" creationId="{D63E43EF-41BF-D161-26E2-BBAFC5130FF6}"/>
          </ac:spMkLst>
        </pc:spChg>
        <pc:spChg chg="add mod">
          <ac:chgData name="Eduardo Daniel Gonzalez" userId="36bd1c0f1905533b" providerId="LiveId" clId="{058D5BB7-9DD5-4B24-87B9-B129C3AEC999}" dt="2026-07-13T16:26:29.842" v="4468" actId="1038"/>
          <ac:spMkLst>
            <pc:docMk/>
            <pc:sldMk cId="2550536060" sldId="267"/>
            <ac:spMk id="15" creationId="{2ECF8253-5DC8-5D88-55EE-A5B46E3EB581}"/>
          </ac:spMkLst>
        </pc:spChg>
        <pc:spChg chg="add mod">
          <ac:chgData name="Eduardo Daniel Gonzalez" userId="36bd1c0f1905533b" providerId="LiveId" clId="{058D5BB7-9DD5-4B24-87B9-B129C3AEC999}" dt="2026-07-13T16:25:38.252" v="4436" actId="1076"/>
          <ac:spMkLst>
            <pc:docMk/>
            <pc:sldMk cId="2550536060" sldId="267"/>
            <ac:spMk id="16" creationId="{BA9561FA-56D3-D445-0328-2398ED0F872C}"/>
          </ac:spMkLst>
        </pc:spChg>
        <pc:spChg chg="add mod">
          <ac:chgData name="Eduardo Daniel Gonzalez" userId="36bd1c0f1905533b" providerId="LiveId" clId="{058D5BB7-9DD5-4B24-87B9-B129C3AEC999}" dt="2026-07-13T16:25:52.063" v="4438" actId="1076"/>
          <ac:spMkLst>
            <pc:docMk/>
            <pc:sldMk cId="2550536060" sldId="267"/>
            <ac:spMk id="17" creationId="{201E18AB-FE3D-F06D-BF06-FFA1E59BB59B}"/>
          </ac:spMkLst>
        </pc:spChg>
        <pc:spChg chg="add mod">
          <ac:chgData name="Eduardo Daniel Gonzalez" userId="36bd1c0f1905533b" providerId="LiveId" clId="{058D5BB7-9DD5-4B24-87B9-B129C3AEC999}" dt="2026-07-13T16:26:09.148" v="4441" actId="1076"/>
          <ac:spMkLst>
            <pc:docMk/>
            <pc:sldMk cId="2550536060" sldId="267"/>
            <ac:spMk id="18" creationId="{D1320B0D-7D88-D161-E495-E64ED8E7AEE7}"/>
          </ac:spMkLst>
        </pc:spChg>
        <pc:picChg chg="add del mod">
          <ac:chgData name="Eduardo Daniel Gonzalez" userId="36bd1c0f1905533b" providerId="LiveId" clId="{058D5BB7-9DD5-4B24-87B9-B129C3AEC999}" dt="2026-07-13T16:23:00.295" v="4395" actId="478"/>
          <ac:picMkLst>
            <pc:docMk/>
            <pc:sldMk cId="2550536060" sldId="267"/>
            <ac:picMk id="6" creationId="{D7F8E8FE-AE14-AF6F-009D-DC78B2DDAE90}"/>
          </ac:picMkLst>
        </pc:picChg>
        <pc:picChg chg="add del mod">
          <ac:chgData name="Eduardo Daniel Gonzalez" userId="36bd1c0f1905533b" providerId="LiveId" clId="{058D5BB7-9DD5-4B24-87B9-B129C3AEC999}" dt="2026-07-13T16:21:35.695" v="4392" actId="478"/>
          <ac:picMkLst>
            <pc:docMk/>
            <pc:sldMk cId="2550536060" sldId="267"/>
            <ac:picMk id="9" creationId="{C55772D6-C54A-B8BC-5FC5-BFEB3D529A9A}"/>
          </ac:picMkLst>
        </pc:picChg>
        <pc:picChg chg="add mod">
          <ac:chgData name="Eduardo Daniel Gonzalez" userId="36bd1c0f1905533b" providerId="LiveId" clId="{058D5BB7-9DD5-4B24-87B9-B129C3AEC999}" dt="2026-07-13T16:23:08.973" v="4398" actId="1076"/>
          <ac:picMkLst>
            <pc:docMk/>
            <pc:sldMk cId="2550536060" sldId="267"/>
            <ac:picMk id="11" creationId="{8511D1C0-26EF-A8EF-6712-C715D4B0C1F7}"/>
          </ac:picMkLst>
        </pc:picChg>
      </pc:sldChg>
      <pc:sldChg chg="addSp delSp modSp add mod modNotesTx">
        <pc:chgData name="Eduardo Daniel Gonzalez" userId="36bd1c0f1905533b" providerId="LiveId" clId="{058D5BB7-9DD5-4B24-87B9-B129C3AEC999}" dt="2026-07-13T12:17:59.736" v="4302" actId="1076"/>
        <pc:sldMkLst>
          <pc:docMk/>
          <pc:sldMk cId="1208825277" sldId="268"/>
        </pc:sldMkLst>
        <pc:spChg chg="mod">
          <ac:chgData name="Eduardo Daniel Gonzalez" userId="36bd1c0f1905533b" providerId="LiveId" clId="{058D5BB7-9DD5-4B24-87B9-B129C3AEC999}" dt="2026-07-12T19:51:26.891" v="2448" actId="20577"/>
          <ac:spMkLst>
            <pc:docMk/>
            <pc:sldMk cId="1208825277" sldId="268"/>
            <ac:spMk id="2" creationId="{76846B42-B035-9BCC-C569-8BC9800653D6}"/>
          </ac:spMkLst>
        </pc:spChg>
        <pc:spChg chg="mod">
          <ac:chgData name="Eduardo Daniel Gonzalez" userId="36bd1c0f1905533b" providerId="LiveId" clId="{058D5BB7-9DD5-4B24-87B9-B129C3AEC999}" dt="2026-07-12T20:39:54.400" v="2481" actId="20577"/>
          <ac:spMkLst>
            <pc:docMk/>
            <pc:sldMk cId="1208825277" sldId="268"/>
            <ac:spMk id="7" creationId="{AAA09775-684D-A709-6E3F-49AA2A7A6743}"/>
          </ac:spMkLst>
        </pc:spChg>
        <pc:spChg chg="add del mod">
          <ac:chgData name="Eduardo Daniel Gonzalez" userId="36bd1c0f1905533b" providerId="LiveId" clId="{058D5BB7-9DD5-4B24-87B9-B129C3AEC999}" dt="2026-07-13T12:17:52.362" v="4299" actId="478"/>
          <ac:spMkLst>
            <pc:docMk/>
            <pc:sldMk cId="1208825277" sldId="268"/>
            <ac:spMk id="10" creationId="{AA842E5D-E032-08E8-9A7F-9BF27A1142AB}"/>
          </ac:spMkLst>
        </pc:spChg>
        <pc:spChg chg="add del mod">
          <ac:chgData name="Eduardo Daniel Gonzalez" userId="36bd1c0f1905533b" providerId="LiveId" clId="{058D5BB7-9DD5-4B24-87B9-B129C3AEC999}" dt="2026-07-13T12:17:52.362" v="4299" actId="478"/>
          <ac:spMkLst>
            <pc:docMk/>
            <pc:sldMk cId="1208825277" sldId="268"/>
            <ac:spMk id="11" creationId="{7FA0318C-94B0-2B15-DBB7-918CDE984EFC}"/>
          </ac:spMkLst>
        </pc:spChg>
        <pc:spChg chg="add del mod">
          <ac:chgData name="Eduardo Daniel Gonzalez" userId="36bd1c0f1905533b" providerId="LiveId" clId="{058D5BB7-9DD5-4B24-87B9-B129C3AEC999}" dt="2026-07-13T12:17:52.362" v="4299" actId="478"/>
          <ac:spMkLst>
            <pc:docMk/>
            <pc:sldMk cId="1208825277" sldId="268"/>
            <ac:spMk id="12" creationId="{CBE99324-DC42-F793-25DC-60D66BEBA4E7}"/>
          </ac:spMkLst>
        </pc:spChg>
        <pc:spChg chg="add del mod">
          <ac:chgData name="Eduardo Daniel Gonzalez" userId="36bd1c0f1905533b" providerId="LiveId" clId="{058D5BB7-9DD5-4B24-87B9-B129C3AEC999}" dt="2026-07-13T12:17:52.362" v="4299" actId="478"/>
          <ac:spMkLst>
            <pc:docMk/>
            <pc:sldMk cId="1208825277" sldId="268"/>
            <ac:spMk id="13" creationId="{D0F8D5C1-379E-3D40-67D8-088B89749E5F}"/>
          </ac:spMkLst>
        </pc:spChg>
        <pc:spChg chg="add del mod">
          <ac:chgData name="Eduardo Daniel Gonzalez" userId="36bd1c0f1905533b" providerId="LiveId" clId="{058D5BB7-9DD5-4B24-87B9-B129C3AEC999}" dt="2026-07-13T12:17:52.362" v="4299" actId="478"/>
          <ac:spMkLst>
            <pc:docMk/>
            <pc:sldMk cId="1208825277" sldId="268"/>
            <ac:spMk id="14" creationId="{7B70B4C5-708C-03A7-708C-D79A39AB3A0E}"/>
          </ac:spMkLst>
        </pc:spChg>
        <pc:picChg chg="add del mod">
          <ac:chgData name="Eduardo Daniel Gonzalez" userId="36bd1c0f1905533b" providerId="LiveId" clId="{058D5BB7-9DD5-4B24-87B9-B129C3AEC999}" dt="2026-07-13T12:13:35.095" v="4254" actId="478"/>
          <ac:picMkLst>
            <pc:docMk/>
            <pc:sldMk cId="1208825277" sldId="268"/>
            <ac:picMk id="6" creationId="{E02A5A67-4BDC-C206-7734-2BB5B26DF0D8}"/>
          </ac:picMkLst>
        </pc:picChg>
        <pc:picChg chg="add del mod ord">
          <ac:chgData name="Eduardo Daniel Gonzalez" userId="36bd1c0f1905533b" providerId="LiveId" clId="{058D5BB7-9DD5-4B24-87B9-B129C3AEC999}" dt="2026-07-13T12:17:49.120" v="4298" actId="478"/>
          <ac:picMkLst>
            <pc:docMk/>
            <pc:sldMk cId="1208825277" sldId="268"/>
            <ac:picMk id="9" creationId="{92182898-F956-6996-F22D-97439FAF0832}"/>
          </ac:picMkLst>
        </pc:picChg>
        <pc:picChg chg="add mod">
          <ac:chgData name="Eduardo Daniel Gonzalez" userId="36bd1c0f1905533b" providerId="LiveId" clId="{058D5BB7-9DD5-4B24-87B9-B129C3AEC999}" dt="2026-07-13T12:17:59.736" v="4302" actId="1076"/>
          <ac:picMkLst>
            <pc:docMk/>
            <pc:sldMk cId="1208825277" sldId="268"/>
            <ac:picMk id="16" creationId="{D865CAE3-E73C-23A0-45C2-2144B29E732F}"/>
          </ac:picMkLst>
        </pc:picChg>
      </pc:sldChg>
      <pc:sldChg chg="add del setBg">
        <pc:chgData name="Eduardo Daniel Gonzalez" userId="36bd1c0f1905533b" providerId="LiveId" clId="{058D5BB7-9DD5-4B24-87B9-B129C3AEC999}" dt="2026-07-12T19:51:15.491" v="2439" actId="47"/>
        <pc:sldMkLst>
          <pc:docMk/>
          <pc:sldMk cId="4205140877" sldId="268"/>
        </pc:sldMkLst>
      </pc:sldChg>
      <pc:sldChg chg="add del setBg">
        <pc:chgData name="Eduardo Daniel Gonzalez" userId="36bd1c0f1905533b" providerId="LiveId" clId="{058D5BB7-9DD5-4B24-87B9-B129C3AEC999}" dt="2026-07-12T20:40:43.550" v="2484" actId="47"/>
        <pc:sldMkLst>
          <pc:docMk/>
          <pc:sldMk cId="1784502548" sldId="269"/>
        </pc:sldMkLst>
      </pc:sldChg>
      <pc:sldChg chg="addSp delSp modSp add mod">
        <pc:chgData name="Eduardo Daniel Gonzalez" userId="36bd1c0f1905533b" providerId="LiveId" clId="{058D5BB7-9DD5-4B24-87B9-B129C3AEC999}" dt="2026-07-13T16:09:34.840" v="4381" actId="20577"/>
        <pc:sldMkLst>
          <pc:docMk/>
          <pc:sldMk cId="2706258900" sldId="269"/>
        </pc:sldMkLst>
        <pc:spChg chg="mod">
          <ac:chgData name="Eduardo Daniel Gonzalez" userId="36bd1c0f1905533b" providerId="LiveId" clId="{058D5BB7-9DD5-4B24-87B9-B129C3AEC999}" dt="2026-07-12T20:41:18.986" v="2488" actId="20577"/>
          <ac:spMkLst>
            <pc:docMk/>
            <pc:sldMk cId="2706258900" sldId="269"/>
            <ac:spMk id="2" creationId="{D975A974-4458-F68F-AA9D-4F366C4D87CA}"/>
          </ac:spMkLst>
        </pc:spChg>
        <pc:spChg chg="mod">
          <ac:chgData name="Eduardo Daniel Gonzalez" userId="36bd1c0f1905533b" providerId="LiveId" clId="{058D5BB7-9DD5-4B24-87B9-B129C3AEC999}" dt="2026-07-13T16:09:34.840" v="4381" actId="20577"/>
          <ac:spMkLst>
            <pc:docMk/>
            <pc:sldMk cId="2706258900" sldId="269"/>
            <ac:spMk id="7" creationId="{C22D3D65-0250-CE51-8BCB-D20C2CCB5B45}"/>
          </ac:spMkLst>
        </pc:spChg>
        <pc:picChg chg="add del mod ord">
          <ac:chgData name="Eduardo Daniel Gonzalez" userId="36bd1c0f1905533b" providerId="LiveId" clId="{058D5BB7-9DD5-4B24-87B9-B129C3AEC999}" dt="2026-07-13T16:08:19.977" v="4372" actId="478"/>
          <ac:picMkLst>
            <pc:docMk/>
            <pc:sldMk cId="2706258900" sldId="269"/>
            <ac:picMk id="6" creationId="{7EA8C589-2929-2047-5B81-B274ADA28E9B}"/>
          </ac:picMkLst>
        </pc:picChg>
        <pc:picChg chg="add del mod">
          <ac:chgData name="Eduardo Daniel Gonzalez" userId="36bd1c0f1905533b" providerId="LiveId" clId="{058D5BB7-9DD5-4B24-87B9-B129C3AEC999}" dt="2026-07-13T16:08:18.213" v="4371" actId="478"/>
          <ac:picMkLst>
            <pc:docMk/>
            <pc:sldMk cId="2706258900" sldId="269"/>
            <ac:picMk id="9" creationId="{C67A5544-5F89-BAF0-ACB3-BC8AF81A6C4D}"/>
          </ac:picMkLst>
        </pc:picChg>
        <pc:picChg chg="add mod">
          <ac:chgData name="Eduardo Daniel Gonzalez" userId="36bd1c0f1905533b" providerId="LiveId" clId="{058D5BB7-9DD5-4B24-87B9-B129C3AEC999}" dt="2026-07-13T16:08:32.897" v="4375" actId="1076"/>
          <ac:picMkLst>
            <pc:docMk/>
            <pc:sldMk cId="2706258900" sldId="269"/>
            <ac:picMk id="11" creationId="{0695D05C-0E95-1EB9-147D-7EBA737A302B}"/>
          </ac:picMkLst>
        </pc:picChg>
      </pc:sldChg>
      <pc:sldChg chg="addSp modSp add mod">
        <pc:chgData name="Eduardo Daniel Gonzalez" userId="36bd1c0f1905533b" providerId="LiveId" clId="{058D5BB7-9DD5-4B24-87B9-B129C3AEC999}" dt="2026-07-13T12:20:20.086" v="4322" actId="20577"/>
        <pc:sldMkLst>
          <pc:docMk/>
          <pc:sldMk cId="4398999" sldId="270"/>
        </pc:sldMkLst>
        <pc:spChg chg="mod">
          <ac:chgData name="Eduardo Daniel Gonzalez" userId="36bd1c0f1905533b" providerId="LiveId" clId="{058D5BB7-9DD5-4B24-87B9-B129C3AEC999}" dt="2026-07-12T20:47:19.780" v="2521" actId="20577"/>
          <ac:spMkLst>
            <pc:docMk/>
            <pc:sldMk cId="4398999" sldId="270"/>
            <ac:spMk id="2" creationId="{0C0364D8-14F6-8435-60D0-405949CE4938}"/>
          </ac:spMkLst>
        </pc:spChg>
        <pc:spChg chg="add mod">
          <ac:chgData name="Eduardo Daniel Gonzalez" userId="36bd1c0f1905533b" providerId="LiveId" clId="{058D5BB7-9DD5-4B24-87B9-B129C3AEC999}" dt="2026-07-12T20:51:41.102" v="2764" actId="1036"/>
          <ac:spMkLst>
            <pc:docMk/>
            <pc:sldMk cId="4398999" sldId="270"/>
            <ac:spMk id="6" creationId="{6E8DBA43-4318-7712-D353-A09505322F3D}"/>
          </ac:spMkLst>
        </pc:spChg>
        <pc:spChg chg="mod">
          <ac:chgData name="Eduardo Daniel Gonzalez" userId="36bd1c0f1905533b" providerId="LiveId" clId="{058D5BB7-9DD5-4B24-87B9-B129C3AEC999}" dt="2026-07-13T12:20:20.086" v="4322" actId="20577"/>
          <ac:spMkLst>
            <pc:docMk/>
            <pc:sldMk cId="4398999" sldId="270"/>
            <ac:spMk id="7" creationId="{911547DD-D4BE-87F2-92E7-069DDB62B4E1}"/>
          </ac:spMkLst>
        </pc:spChg>
        <pc:picChg chg="add mod">
          <ac:chgData name="Eduardo Daniel Gonzalez" userId="36bd1c0f1905533b" providerId="LiveId" clId="{058D5BB7-9DD5-4B24-87B9-B129C3AEC999}" dt="2026-07-13T12:19:49.020" v="4306" actId="14100"/>
          <ac:picMkLst>
            <pc:docMk/>
            <pc:sldMk cId="4398999" sldId="270"/>
            <ac:picMk id="8" creationId="{BE267B4A-0D4A-2E50-8599-B52CEC874B1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DB14AF-7365-4FDE-AB8D-94BFF2012588}" type="datetimeFigureOut">
              <a:rPr lang="en-DE" smtClean="0"/>
              <a:t>15/07/2026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54CA0C-6327-4C67-A389-FA31879510F7}" type="slidenum">
              <a:rPr lang="en-DE" smtClean="0"/>
              <a:t>‹#›</a:t>
            </a:fld>
            <a:endParaRPr lang="en-DE"/>
          </a:p>
        </p:txBody>
      </p:sp>
    </p:spTree>
    <p:extLst>
      <p:ext uri="{BB962C8B-B14F-4D97-AF65-F5344CB8AC3E}">
        <p14:creationId xmlns:p14="http://schemas.microsoft.com/office/powerpoint/2010/main" val="3136555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thanks for your time. As might have heard or know, a</a:t>
            </a:r>
            <a:r>
              <a:rPr lang="en-DE" dirty="0" err="1"/>
              <a:t>rtificial</a:t>
            </a:r>
            <a:r>
              <a:rPr lang="en-DE" dirty="0"/>
              <a:t> intelligence has finally reached a point where it can deliver real, measurable value for small and medium‑sized businesses. The tools are mature, the costs have dropped, and the barriers to entry are lower than ever. Yet for most SMEs, the path forward still feels anything but clear.</a:t>
            </a:r>
            <a:r>
              <a:rPr lang="en-US" dirty="0"/>
              <a:t> I am here to explain how The </a:t>
            </a:r>
            <a:r>
              <a:rPr lang="en-US" dirty="0" err="1"/>
              <a:t>BrokerAI</a:t>
            </a:r>
            <a:r>
              <a:rPr lang="en-US" dirty="0"/>
              <a:t> can help you building your AI adoption roadmap.</a:t>
            </a:r>
            <a:endParaRPr lang="en-DE" dirty="0"/>
          </a:p>
        </p:txBody>
      </p:sp>
      <p:sp>
        <p:nvSpPr>
          <p:cNvPr id="4" name="Slide Number Placeholder 3"/>
          <p:cNvSpPr>
            <a:spLocks noGrp="1"/>
          </p:cNvSpPr>
          <p:nvPr>
            <p:ph type="sldNum" sz="quarter" idx="5"/>
          </p:nvPr>
        </p:nvSpPr>
        <p:spPr/>
        <p:txBody>
          <a:bodyPr/>
          <a:lstStyle/>
          <a:p>
            <a:fld id="{6B54CA0C-6327-4C67-A389-FA31879510F7}" type="slidenum">
              <a:rPr lang="en-DE" smtClean="0"/>
              <a:t>1</a:t>
            </a:fld>
            <a:endParaRPr lang="en-DE"/>
          </a:p>
        </p:txBody>
      </p:sp>
    </p:spTree>
    <p:extLst>
      <p:ext uri="{BB962C8B-B14F-4D97-AF65-F5344CB8AC3E}">
        <p14:creationId xmlns:p14="http://schemas.microsoft.com/office/powerpoint/2010/main" val="4010978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4000" dirty="0">
                <a:effectLst/>
              </a:rPr>
              <a:t>AI is no longer a luxury for SMEs—it’s becoming a defining factor for productivity, customer engagement, and long‑term competitiveness. Most SMEs are already experimenting with AI, yet many struggle to convert that curiosity into measurable business value. The obstacles are real: perceived high costs, limited internal expertise, resistance to change, and increasing regulatory pressure. This combination creates an adoption dilemma where the opportunity is clear, but the path forward feels risky and uncertain.</a:t>
            </a:r>
            <a:endParaRPr lang="en-DE" sz="4000" dirty="0"/>
          </a:p>
          <a:p>
            <a:endParaRPr lang="en-DE" sz="4000" dirty="0"/>
          </a:p>
        </p:txBody>
      </p:sp>
      <p:sp>
        <p:nvSpPr>
          <p:cNvPr id="4" name="Slide Number Placeholder 3"/>
          <p:cNvSpPr>
            <a:spLocks noGrp="1"/>
          </p:cNvSpPr>
          <p:nvPr>
            <p:ph type="sldNum" sz="quarter" idx="5"/>
          </p:nvPr>
        </p:nvSpPr>
        <p:spPr/>
        <p:txBody>
          <a:bodyPr/>
          <a:lstStyle/>
          <a:p>
            <a:fld id="{6B54CA0C-6327-4C67-A389-FA31879510F7}" type="slidenum">
              <a:rPr lang="en-DE" smtClean="0"/>
              <a:t>2</a:t>
            </a:fld>
            <a:endParaRPr lang="en-DE"/>
          </a:p>
        </p:txBody>
      </p:sp>
    </p:spTree>
    <p:extLst>
      <p:ext uri="{BB962C8B-B14F-4D97-AF65-F5344CB8AC3E}">
        <p14:creationId xmlns:p14="http://schemas.microsoft.com/office/powerpoint/2010/main" val="3949953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B3D99-4A64-953B-522F-CC989E32E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CA7D1-FC36-47C0-2EC4-4F7D85BE3C69}"/>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51071D46-078A-CE20-D102-16AA3870AD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4000" dirty="0"/>
              <a:t>When SMEs hesitate on AI, it’s rarely due to lack of ambition—it’s because the barriers feel overwhelming. Many assume AI requires massive upfront investment, even though modern SaaS and agentic platforms can deliver ROI with surprisingly small pilots. The skills gap is even more pressing: most SMEs don’t have data scientists or BI teams, and they can’t afford trial‑and‑error. Add to that the human side of change—employees worried about disruption—and adoption slows down. Finally, compliance has become a front‑and‑</a:t>
            </a:r>
            <a:r>
              <a:rPr lang="en-DE" sz="4000" dirty="0" err="1"/>
              <a:t>center</a:t>
            </a:r>
            <a:r>
              <a:rPr lang="en-DE" sz="4000" dirty="0"/>
              <a:t> concern. With the EU AI Act and global norms tightening, SMEs must treat governance and ethics as strategic priorities. Without structured guidance, these barriers can stall progress and limit the transformative potential AI offers.</a:t>
            </a:r>
          </a:p>
        </p:txBody>
      </p:sp>
      <p:sp>
        <p:nvSpPr>
          <p:cNvPr id="4" name="Slide Number Placeholder 3">
            <a:extLst>
              <a:ext uri="{FF2B5EF4-FFF2-40B4-BE49-F238E27FC236}">
                <a16:creationId xmlns:a16="http://schemas.microsoft.com/office/drawing/2014/main" id="{B965E148-15A0-C99D-94E3-EB89D8179B21}"/>
              </a:ext>
            </a:extLst>
          </p:cNvPr>
          <p:cNvSpPr>
            <a:spLocks noGrp="1"/>
          </p:cNvSpPr>
          <p:nvPr>
            <p:ph type="sldNum" sz="quarter" idx="5"/>
          </p:nvPr>
        </p:nvSpPr>
        <p:spPr/>
        <p:txBody>
          <a:bodyPr/>
          <a:lstStyle/>
          <a:p>
            <a:fld id="{6B54CA0C-6327-4C67-A389-FA31879510F7}" type="slidenum">
              <a:rPr lang="en-DE" smtClean="0"/>
              <a:t>3</a:t>
            </a:fld>
            <a:endParaRPr lang="en-DE"/>
          </a:p>
        </p:txBody>
      </p:sp>
    </p:spTree>
    <p:extLst>
      <p:ext uri="{BB962C8B-B14F-4D97-AF65-F5344CB8AC3E}">
        <p14:creationId xmlns:p14="http://schemas.microsoft.com/office/powerpoint/2010/main" val="2936062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DB0E0-1576-16D7-0EC4-AEF52659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F5950-A050-48FC-9AC2-8C88921799C1}"/>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9DFA4195-4880-9815-00ED-2A3A330ED445}"/>
              </a:ext>
            </a:extLst>
          </p:cNvPr>
          <p:cNvSpPr>
            <a:spLocks noGrp="1"/>
          </p:cNvSpPr>
          <p:nvPr>
            <p:ph type="body" idx="1"/>
          </p:nvPr>
        </p:nvSpPr>
        <p:spPr/>
        <p:txBody>
          <a:bodyPr/>
          <a:lstStyle/>
          <a:p>
            <a:r>
              <a:rPr lang="en-US" sz="4000" dirty="0">
                <a:effectLst/>
              </a:rPr>
              <a:t>Barriers are there, but s</a:t>
            </a:r>
            <a:r>
              <a:rPr lang="en-DE" sz="4000" dirty="0" err="1">
                <a:effectLst/>
              </a:rPr>
              <a:t>tanding</a:t>
            </a:r>
            <a:r>
              <a:rPr lang="en-DE" sz="4000" dirty="0">
                <a:effectLst/>
              </a:rPr>
              <a:t> still is no</a:t>
            </a:r>
            <a:r>
              <a:rPr lang="en-US" sz="4000" dirty="0">
                <a:effectLst/>
              </a:rPr>
              <a:t>t</a:t>
            </a:r>
            <a:r>
              <a:rPr lang="en-DE" sz="4000" dirty="0">
                <a:effectLst/>
              </a:rPr>
              <a:t> an option. </a:t>
            </a:r>
            <a:r>
              <a:rPr lang="en-US" sz="4000" dirty="0">
                <a:effectLst/>
              </a:rPr>
              <a:t>M</a:t>
            </a:r>
            <a:r>
              <a:rPr lang="en-DE" sz="4000" dirty="0" err="1">
                <a:effectLst/>
              </a:rPr>
              <a:t>oving</a:t>
            </a:r>
            <a:r>
              <a:rPr lang="en-DE" sz="4000" dirty="0">
                <a:effectLst/>
              </a:rPr>
              <a:t> forward doesn’t have to be overwhelming. With the right coaching, SMEs can turn uncertainty into a structured, confident path toward value.</a:t>
            </a:r>
            <a:endParaRPr lang="en-DE" sz="4000" dirty="0"/>
          </a:p>
          <a:p>
            <a:r>
              <a:rPr lang="en-DE" sz="4000" dirty="0">
                <a:effectLst/>
              </a:rPr>
              <a:t>Expert guidance helps SMEs identify the most cost‑effective tools, design small ROI‑driven pilots, and avoid the trap of over‑investment. Coaching also fills the skills gap by providing hands‑on support for data readiness, workflow redesign, and integration—critical capabilities that lean teams often lack. On the human side, structured change‑management support reduces resistance, builds employee confidence, and ensures adoption sticks rather than stalls.</a:t>
            </a:r>
            <a:endParaRPr lang="en-DE" sz="4000" dirty="0"/>
          </a:p>
          <a:p>
            <a:r>
              <a:rPr lang="en-DE" sz="4000" dirty="0">
                <a:effectLst/>
              </a:rPr>
              <a:t>Finally, governance coaching ensures SMEs stay compliant with the EU AI Act and emerging global norms, protecting them from regulatory risk while embedding ethical best practices from day one. With proper coaching, the barriers become manageable—and AI becomes a strategic accelerator that SMEs can adopt safely, affordably, and with clear business impact.</a:t>
            </a:r>
            <a:endParaRPr lang="en-DE" sz="4000" dirty="0"/>
          </a:p>
        </p:txBody>
      </p:sp>
      <p:sp>
        <p:nvSpPr>
          <p:cNvPr id="4" name="Slide Number Placeholder 3">
            <a:extLst>
              <a:ext uri="{FF2B5EF4-FFF2-40B4-BE49-F238E27FC236}">
                <a16:creationId xmlns:a16="http://schemas.microsoft.com/office/drawing/2014/main" id="{3735A138-0CD6-E90F-11AD-F7774FD74DC2}"/>
              </a:ext>
            </a:extLst>
          </p:cNvPr>
          <p:cNvSpPr>
            <a:spLocks noGrp="1"/>
          </p:cNvSpPr>
          <p:nvPr>
            <p:ph type="sldNum" sz="quarter" idx="5"/>
          </p:nvPr>
        </p:nvSpPr>
        <p:spPr/>
        <p:txBody>
          <a:bodyPr/>
          <a:lstStyle/>
          <a:p>
            <a:fld id="{6B54CA0C-6327-4C67-A389-FA31879510F7}" type="slidenum">
              <a:rPr lang="en-DE" smtClean="0"/>
              <a:t>4</a:t>
            </a:fld>
            <a:endParaRPr lang="en-DE"/>
          </a:p>
        </p:txBody>
      </p:sp>
    </p:spTree>
    <p:extLst>
      <p:ext uri="{BB962C8B-B14F-4D97-AF65-F5344CB8AC3E}">
        <p14:creationId xmlns:p14="http://schemas.microsoft.com/office/powerpoint/2010/main" val="3854217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3C23E-1A66-0F66-99DF-23ADC0CAC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D715B-44A0-DC4B-A5FF-2D375E0F150A}"/>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542E1946-A934-7D1C-1CBB-C75A91FF41DA}"/>
              </a:ext>
            </a:extLst>
          </p:cNvPr>
          <p:cNvSpPr>
            <a:spLocks noGrp="1"/>
          </p:cNvSpPr>
          <p:nvPr>
            <p:ph type="body" idx="1"/>
          </p:nvPr>
        </p:nvSpPr>
        <p:spPr/>
        <p:txBody>
          <a:bodyPr/>
          <a:lstStyle/>
          <a:p>
            <a:r>
              <a:rPr lang="en-DE" sz="4000" dirty="0"/>
              <a:t>When SMEs begin exploring AI, the challenge isn’t choosing </a:t>
            </a:r>
            <a:r>
              <a:rPr lang="en-DE" sz="4000" i="1" dirty="0"/>
              <a:t>whether</a:t>
            </a:r>
            <a:r>
              <a:rPr lang="en-DE" sz="4000" dirty="0"/>
              <a:t> to adopt—it’s choosing </a:t>
            </a:r>
            <a:r>
              <a:rPr lang="en-DE" sz="4000" i="1" dirty="0"/>
              <a:t>where to start</a:t>
            </a:r>
            <a:r>
              <a:rPr lang="en-DE" sz="4000" dirty="0"/>
              <a:t>. AI solutions come in five major classes, each offering different levels of complexity, investment, and business impact. Some deliver quick productivity wins; others unlock deep operational intelligence or competitive differentiation.</a:t>
            </a:r>
            <a:r>
              <a:rPr lang="en-US" sz="4000" dirty="0"/>
              <a:t> </a:t>
            </a:r>
            <a:r>
              <a:rPr lang="en-DE" sz="4000" dirty="0"/>
              <a:t>The first class focuses on individual efficiency, helping employees work faster. The second automates workflows across departments. The third—RAG—enables AI to reason over your internal documents. The fourth connects AI to your live business data for real‑time insights. And the fifth involves custom models trained on your proprietary information to solve domain‑specific challenges. Together, these five classes form the full landscape of AI solutions SMEs can leverage to improve operations, decision‑making, and competitiveness.</a:t>
            </a:r>
          </a:p>
        </p:txBody>
      </p:sp>
      <p:sp>
        <p:nvSpPr>
          <p:cNvPr id="4" name="Slide Number Placeholder 3">
            <a:extLst>
              <a:ext uri="{FF2B5EF4-FFF2-40B4-BE49-F238E27FC236}">
                <a16:creationId xmlns:a16="http://schemas.microsoft.com/office/drawing/2014/main" id="{BFC21B79-F21E-AED4-F60B-56021328D63C}"/>
              </a:ext>
            </a:extLst>
          </p:cNvPr>
          <p:cNvSpPr>
            <a:spLocks noGrp="1"/>
          </p:cNvSpPr>
          <p:nvPr>
            <p:ph type="sldNum" sz="quarter" idx="5"/>
          </p:nvPr>
        </p:nvSpPr>
        <p:spPr/>
        <p:txBody>
          <a:bodyPr/>
          <a:lstStyle/>
          <a:p>
            <a:fld id="{6B54CA0C-6327-4C67-A389-FA31879510F7}" type="slidenum">
              <a:rPr lang="en-DE" smtClean="0"/>
              <a:t>5</a:t>
            </a:fld>
            <a:endParaRPr lang="en-DE"/>
          </a:p>
        </p:txBody>
      </p:sp>
    </p:spTree>
    <p:extLst>
      <p:ext uri="{BB962C8B-B14F-4D97-AF65-F5344CB8AC3E}">
        <p14:creationId xmlns:p14="http://schemas.microsoft.com/office/powerpoint/2010/main" val="3093038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8419B-82D5-C90C-FB45-8FE4571D4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A5666-49B4-8015-49E6-F46E5BBF7CE3}"/>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B8B2CB7F-72C0-FE00-29C7-D551627E2A5C}"/>
              </a:ext>
            </a:extLst>
          </p:cNvPr>
          <p:cNvSpPr>
            <a:spLocks noGrp="1"/>
          </p:cNvSpPr>
          <p:nvPr>
            <p:ph type="body" idx="1"/>
          </p:nvPr>
        </p:nvSpPr>
        <p:spPr/>
        <p:txBody>
          <a:bodyPr/>
          <a:lstStyle/>
          <a:p>
            <a:r>
              <a:rPr lang="en-DE" sz="4000" dirty="0"/>
              <a:t>The first class </a:t>
            </a:r>
            <a:r>
              <a:rPr lang="en-US" sz="4000" dirty="0"/>
              <a:t>of AI Solutions </a:t>
            </a:r>
            <a:r>
              <a:rPr lang="en-DE" sz="4000" dirty="0"/>
              <a:t>focuses on personal productivity—AI tools that employees can adopt instantly with minimal disruption. These tools help draft emails, summarize meetings, clean data, generate marketing content, and accelerate everyday tasks. For SMEs, this is often the easiest and fastest way to experience tangible AI benefits. It also helps teams build familiarity and trust, reducing resistance to more advanced AI initiatives later on.</a:t>
            </a:r>
          </a:p>
        </p:txBody>
      </p:sp>
      <p:sp>
        <p:nvSpPr>
          <p:cNvPr id="4" name="Slide Number Placeholder 3">
            <a:extLst>
              <a:ext uri="{FF2B5EF4-FFF2-40B4-BE49-F238E27FC236}">
                <a16:creationId xmlns:a16="http://schemas.microsoft.com/office/drawing/2014/main" id="{4D712E48-DC62-8DE4-3D8C-FD8853B98BBA}"/>
              </a:ext>
            </a:extLst>
          </p:cNvPr>
          <p:cNvSpPr>
            <a:spLocks noGrp="1"/>
          </p:cNvSpPr>
          <p:nvPr>
            <p:ph type="sldNum" sz="quarter" idx="5"/>
          </p:nvPr>
        </p:nvSpPr>
        <p:spPr/>
        <p:txBody>
          <a:bodyPr/>
          <a:lstStyle/>
          <a:p>
            <a:fld id="{6B54CA0C-6327-4C67-A389-FA31879510F7}" type="slidenum">
              <a:rPr lang="en-DE" smtClean="0"/>
              <a:t>6</a:t>
            </a:fld>
            <a:endParaRPr lang="en-DE"/>
          </a:p>
        </p:txBody>
      </p:sp>
    </p:spTree>
    <p:extLst>
      <p:ext uri="{BB962C8B-B14F-4D97-AF65-F5344CB8AC3E}">
        <p14:creationId xmlns:p14="http://schemas.microsoft.com/office/powerpoint/2010/main" val="1634383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B21E5-ADF3-FB61-E541-EA018CD99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DC1C4-694D-7F6A-A900-7E9FEF0EFAB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3EA7CED1-84FF-F38A-1D9A-E06B3ACF849F}"/>
              </a:ext>
            </a:extLst>
          </p:cNvPr>
          <p:cNvSpPr>
            <a:spLocks noGrp="1"/>
          </p:cNvSpPr>
          <p:nvPr>
            <p:ph type="body" idx="1"/>
          </p:nvPr>
        </p:nvSpPr>
        <p:spPr/>
        <p:txBody>
          <a:bodyPr/>
          <a:lstStyle/>
          <a:p>
            <a:r>
              <a:rPr lang="en-DE" sz="4000" dirty="0">
                <a:effectLst/>
              </a:rPr>
              <a:t>Workflow automation becomes truly transformative when AI is embedded into the flow—not just moving data from A to B, but making the workflow </a:t>
            </a:r>
            <a:r>
              <a:rPr lang="en-DE" sz="4000" i="1" dirty="0">
                <a:effectLst/>
              </a:rPr>
              <a:t>smarter</a:t>
            </a:r>
            <a:r>
              <a:rPr lang="en-DE" sz="4000" dirty="0">
                <a:effectLst/>
              </a:rPr>
              <a:t>. Traditional automation handles predictable, rule‑based tasks. AI‑enhanced automation introduces reasoning, classification, and decision‑making at key steps.</a:t>
            </a:r>
            <a:endParaRPr lang="en-DE" sz="4000" dirty="0"/>
          </a:p>
          <a:p>
            <a:r>
              <a:rPr lang="en-DE" sz="4000" dirty="0">
                <a:effectLst/>
              </a:rPr>
              <a:t>For example, instead of routing every new lead the same way, AI can classify lead quality, detect intent from the message, and choose the right nurturing path. In finance workflows, AI can validate invoices, detect anomalies, or flag suspicious entries before they reach accounting. In customer support, AI can read incoming tickets, understand urgency or sentiment, and route them to the right team with the right priority.</a:t>
            </a:r>
            <a:endParaRPr lang="en-DE" sz="4000" dirty="0"/>
          </a:p>
          <a:p>
            <a:r>
              <a:rPr lang="en-DE" sz="4000" dirty="0">
                <a:effectLst/>
              </a:rPr>
              <a:t>These AI‑powered decision points elevate automation from simple task orchestration to intelligent process optimization. SMEs gain speed, accuracy, and consistency—while freeing staff from repetitive work and enabling them to focus on higher‑value activities.</a:t>
            </a:r>
            <a:endParaRPr lang="en-DE" sz="4000" dirty="0"/>
          </a:p>
        </p:txBody>
      </p:sp>
      <p:sp>
        <p:nvSpPr>
          <p:cNvPr id="4" name="Slide Number Placeholder 3">
            <a:extLst>
              <a:ext uri="{FF2B5EF4-FFF2-40B4-BE49-F238E27FC236}">
                <a16:creationId xmlns:a16="http://schemas.microsoft.com/office/drawing/2014/main" id="{4D706332-5A3E-A196-0542-25B76FDDD482}"/>
              </a:ext>
            </a:extLst>
          </p:cNvPr>
          <p:cNvSpPr>
            <a:spLocks noGrp="1"/>
          </p:cNvSpPr>
          <p:nvPr>
            <p:ph type="sldNum" sz="quarter" idx="5"/>
          </p:nvPr>
        </p:nvSpPr>
        <p:spPr/>
        <p:txBody>
          <a:bodyPr/>
          <a:lstStyle/>
          <a:p>
            <a:fld id="{6B54CA0C-6327-4C67-A389-FA31879510F7}" type="slidenum">
              <a:rPr lang="en-DE" smtClean="0"/>
              <a:t>7</a:t>
            </a:fld>
            <a:endParaRPr lang="en-DE"/>
          </a:p>
        </p:txBody>
      </p:sp>
    </p:spTree>
    <p:extLst>
      <p:ext uri="{BB962C8B-B14F-4D97-AF65-F5344CB8AC3E}">
        <p14:creationId xmlns:p14="http://schemas.microsoft.com/office/powerpoint/2010/main" val="946513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E2F8B-5FAC-98E8-8C81-27042EB91D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DF069-D593-3BBC-CEAA-FDF322A158BD}"/>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5A702709-1C97-3CA3-E41C-863BD1DF123C}"/>
              </a:ext>
            </a:extLst>
          </p:cNvPr>
          <p:cNvSpPr>
            <a:spLocks noGrp="1"/>
          </p:cNvSpPr>
          <p:nvPr>
            <p:ph type="body" idx="1"/>
          </p:nvPr>
        </p:nvSpPr>
        <p:spPr/>
        <p:txBody>
          <a:bodyPr/>
          <a:lstStyle/>
          <a:p>
            <a:r>
              <a:rPr lang="en-DE" sz="4000" dirty="0">
                <a:effectLst/>
              </a:rPr>
              <a:t>RAG solutions—short for Retrieval‑Augmented Generation—unlock the ability for AI to access, understand, and reason over your internal knowledge: manuals, policies, procedures, FAQs, product documentation, and every other operational standard your teams rely on. Instead of searching through folders, PDFs, or asking colleagues, employees and customers can simply ask natural‑language questions and receive precise, context‑aware answers grounded in your own content.</a:t>
            </a:r>
            <a:endParaRPr lang="en-DE" sz="4000" dirty="0"/>
          </a:p>
          <a:p>
            <a:r>
              <a:rPr lang="en-DE" sz="4000" dirty="0">
                <a:effectLst/>
              </a:rPr>
              <a:t>For SMEs, this is transformative. RAG reduces dependency on tribal knowledge, ensures consistent and accurate responses, and dramatically speeds up onboarding by giving new hires instant access to the information they need. Customer support teams benefit from faster, more reliable answers; sales teams gain quick access to product and policy details; and internal operations become smoother because information friction disappears.</a:t>
            </a:r>
            <a:endParaRPr lang="en-DE" sz="4000" dirty="0"/>
          </a:p>
          <a:p>
            <a:r>
              <a:rPr lang="en-DE" sz="4000" dirty="0">
                <a:effectLst/>
              </a:rPr>
              <a:t>What makes RAG especially powerful is its ability to combine AI reasoning with smart retrieval—meaning the system doesn’t “guess,” it pulls the right information from your trusted sources and explains it clearly. It’s a practical, high‑impact way for SMEs to make their institutional knowledge available anywhere, anytime, through both written and verbal natural‑language interaction. In many organizations, RAG becomes the first AI capability that truly changes how people work day to day.</a:t>
            </a:r>
            <a:endParaRPr lang="en-DE" sz="4000" dirty="0"/>
          </a:p>
        </p:txBody>
      </p:sp>
      <p:sp>
        <p:nvSpPr>
          <p:cNvPr id="4" name="Slide Number Placeholder 3">
            <a:extLst>
              <a:ext uri="{FF2B5EF4-FFF2-40B4-BE49-F238E27FC236}">
                <a16:creationId xmlns:a16="http://schemas.microsoft.com/office/drawing/2014/main" id="{4C03DA93-475E-8459-5F3E-14C4CC01F325}"/>
              </a:ext>
            </a:extLst>
          </p:cNvPr>
          <p:cNvSpPr>
            <a:spLocks noGrp="1"/>
          </p:cNvSpPr>
          <p:nvPr>
            <p:ph type="sldNum" sz="quarter" idx="5"/>
          </p:nvPr>
        </p:nvSpPr>
        <p:spPr/>
        <p:txBody>
          <a:bodyPr/>
          <a:lstStyle/>
          <a:p>
            <a:fld id="{6B54CA0C-6327-4C67-A389-FA31879510F7}" type="slidenum">
              <a:rPr lang="en-DE" smtClean="0"/>
              <a:t>8</a:t>
            </a:fld>
            <a:endParaRPr lang="en-DE"/>
          </a:p>
        </p:txBody>
      </p:sp>
    </p:spTree>
    <p:extLst>
      <p:ext uri="{BB962C8B-B14F-4D97-AF65-F5344CB8AC3E}">
        <p14:creationId xmlns:p14="http://schemas.microsoft.com/office/powerpoint/2010/main" val="2294649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A4019-40BA-DB66-8845-BF9310128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F9E21-AD45-773F-B646-08E9C85E68AC}"/>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5B4B687D-EEC1-5487-419D-35A504928B7A}"/>
              </a:ext>
            </a:extLst>
          </p:cNvPr>
          <p:cNvSpPr>
            <a:spLocks noGrp="1"/>
          </p:cNvSpPr>
          <p:nvPr>
            <p:ph type="body" idx="1"/>
          </p:nvPr>
        </p:nvSpPr>
        <p:spPr/>
        <p:txBody>
          <a:bodyPr/>
          <a:lstStyle/>
          <a:p>
            <a:r>
              <a:rPr lang="en-DE" sz="4000" dirty="0">
                <a:effectLst/>
              </a:rPr>
              <a:t>Reasoning Agents represent a major leap in how SMEs can interact with their operational data. Instead of navigating dashboards, exporting spreadsheets, or waiting for weekly reports, teams can simply ask natural‑language questions—spoken or written—and the agent instantly queries live systems like ERP, CRM, POS, or inventory platforms. This gives leaders and frontline staff real‑time visibility into what is happening right now across the business.</a:t>
            </a:r>
            <a:endParaRPr lang="en-DE" sz="4000" dirty="0"/>
          </a:p>
          <a:p>
            <a:r>
              <a:rPr lang="en-DE" sz="4000" dirty="0">
                <a:effectLst/>
              </a:rPr>
              <a:t>These agents can answer practical, day‑to‑day operational questions such as “What orders are delayed?”, “Show me current inventory discrepancies”, or “Which shipments should we prioritize first today?”. But they go far beyond simple retrieval. Reasoning Agents can detect anomalies, highlight emerging risks, forecast trends, and recommend actions based on the latest transactional data. They become a continuous intelligence layer that monitors the pulse of the business and surfaces insights the moment they matter.</a:t>
            </a:r>
            <a:endParaRPr lang="en-DE" sz="4000" dirty="0"/>
          </a:p>
          <a:p>
            <a:r>
              <a:rPr lang="en-DE" sz="4000" dirty="0">
                <a:effectLst/>
              </a:rPr>
              <a:t>For SMEs, this is transformative. It means faster decisions, fewer blind spots, and a dramatic reduction in the time spent searching for information or interpreting reports. Inventory teams can react earlier, finance teams can spot issues before they escalate, and operations managers gain a real‑time assistant that understands the business context. With Reasoning Agents, AI stops being a back‑office tool and becomes an active operational partner—one that helps the organization move with clarity, speed, and confidence.</a:t>
            </a:r>
            <a:endParaRPr lang="en-DE" sz="4000" dirty="0"/>
          </a:p>
        </p:txBody>
      </p:sp>
      <p:sp>
        <p:nvSpPr>
          <p:cNvPr id="4" name="Slide Number Placeholder 3">
            <a:extLst>
              <a:ext uri="{FF2B5EF4-FFF2-40B4-BE49-F238E27FC236}">
                <a16:creationId xmlns:a16="http://schemas.microsoft.com/office/drawing/2014/main" id="{A3B32939-77B5-4BC1-95A4-4A326E46761C}"/>
              </a:ext>
            </a:extLst>
          </p:cNvPr>
          <p:cNvSpPr>
            <a:spLocks noGrp="1"/>
          </p:cNvSpPr>
          <p:nvPr>
            <p:ph type="sldNum" sz="quarter" idx="5"/>
          </p:nvPr>
        </p:nvSpPr>
        <p:spPr/>
        <p:txBody>
          <a:bodyPr/>
          <a:lstStyle/>
          <a:p>
            <a:fld id="{6B54CA0C-6327-4C67-A389-FA31879510F7}" type="slidenum">
              <a:rPr lang="en-DE" smtClean="0"/>
              <a:t>9</a:t>
            </a:fld>
            <a:endParaRPr lang="en-DE"/>
          </a:p>
        </p:txBody>
      </p:sp>
    </p:spTree>
    <p:extLst>
      <p:ext uri="{BB962C8B-B14F-4D97-AF65-F5344CB8AC3E}">
        <p14:creationId xmlns:p14="http://schemas.microsoft.com/office/powerpoint/2010/main" val="171839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5841A-E069-6A94-4E66-9979357C2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DF7A3-5239-E30C-9096-746B48BCCD81}"/>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FEC81FAA-DC80-4AD6-4ACD-F99545EAB44D}"/>
              </a:ext>
            </a:extLst>
          </p:cNvPr>
          <p:cNvSpPr>
            <a:spLocks noGrp="1"/>
          </p:cNvSpPr>
          <p:nvPr>
            <p:ph type="body" idx="1"/>
          </p:nvPr>
        </p:nvSpPr>
        <p:spPr/>
        <p:txBody>
          <a:bodyPr/>
          <a:lstStyle/>
          <a:p>
            <a:r>
              <a:rPr lang="en-DE" sz="4000" dirty="0">
                <a:effectLst/>
              </a:rPr>
              <a:t>Custom AI models represent the highest level of AI maturity for an SME because they are built entirely around the company’s own data, processes, and competitive realities. Unlike generic AI tools, these models learn from the patterns that make your business unique—your historical transactions, operational rhythms, customer </a:t>
            </a:r>
            <a:r>
              <a:rPr lang="en-DE" sz="4000" dirty="0" err="1">
                <a:effectLst/>
              </a:rPr>
              <a:t>behaviors</a:t>
            </a:r>
            <a:r>
              <a:rPr lang="en-DE" sz="4000" dirty="0">
                <a:effectLst/>
              </a:rPr>
              <a:t>, production metrics, and domain‑specific nuances. This allows them to solve problems with a level of precision and reliability that off‑the‑shelf systems simply cannot achieve.</a:t>
            </a:r>
            <a:endParaRPr lang="en-DE" sz="4000" dirty="0"/>
          </a:p>
          <a:p>
            <a:r>
              <a:rPr lang="en-DE" sz="4000" dirty="0">
                <a:effectLst/>
              </a:rPr>
              <a:t>For example, a custom demand‑forecasting engine can incorporate your seasonality, regional dynamics, and product mix in ways no generic forecasting tool ever will. A defect‑detection model trained on your own production images can identify subtle anomalies that only occur in your environment. A personalization engine built on your customer data can recommend the right product at the right moment with far greater accuracy than any standard recommender.</a:t>
            </a:r>
            <a:endParaRPr lang="en-DE" sz="4000" dirty="0"/>
          </a:p>
          <a:p>
            <a:r>
              <a:rPr lang="en-DE" sz="4000" dirty="0">
                <a:effectLst/>
              </a:rPr>
              <a:t>These models don’t just optimize workflows—they become part of your intellectual property. They embed intelligence directly into your products, services, and operations, giving you capabilities competitors cannot easily replicate. Over time, they create structural differentiation: a strategic advantage rooted in proprietary AI that grows stronger as your data grows richer. For SMEs aiming to lead their market rather than follow it, custom AI models are the point where AI stops being a tool and becomes a true competitive asset.</a:t>
            </a:r>
            <a:endParaRPr lang="en-DE" sz="4000" dirty="0"/>
          </a:p>
        </p:txBody>
      </p:sp>
      <p:sp>
        <p:nvSpPr>
          <p:cNvPr id="4" name="Slide Number Placeholder 3">
            <a:extLst>
              <a:ext uri="{FF2B5EF4-FFF2-40B4-BE49-F238E27FC236}">
                <a16:creationId xmlns:a16="http://schemas.microsoft.com/office/drawing/2014/main" id="{EAE80D04-8C42-5D15-BF79-10D51B4B2EA3}"/>
              </a:ext>
            </a:extLst>
          </p:cNvPr>
          <p:cNvSpPr>
            <a:spLocks noGrp="1"/>
          </p:cNvSpPr>
          <p:nvPr>
            <p:ph type="sldNum" sz="quarter" idx="5"/>
          </p:nvPr>
        </p:nvSpPr>
        <p:spPr/>
        <p:txBody>
          <a:bodyPr/>
          <a:lstStyle/>
          <a:p>
            <a:fld id="{6B54CA0C-6327-4C67-A389-FA31879510F7}" type="slidenum">
              <a:rPr lang="en-DE" smtClean="0"/>
              <a:t>10</a:t>
            </a:fld>
            <a:endParaRPr lang="en-DE"/>
          </a:p>
        </p:txBody>
      </p:sp>
    </p:spTree>
    <p:extLst>
      <p:ext uri="{BB962C8B-B14F-4D97-AF65-F5344CB8AC3E}">
        <p14:creationId xmlns:p14="http://schemas.microsoft.com/office/powerpoint/2010/main" val="1968536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921A7-D68A-1D79-C44D-3436AD865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CF2C4-B9D4-099F-B96C-A08A9F96D2A3}"/>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5C1C5E82-E7E0-6AB0-D647-A38A6B1D79DC}"/>
              </a:ext>
            </a:extLst>
          </p:cNvPr>
          <p:cNvSpPr>
            <a:spLocks noGrp="1"/>
          </p:cNvSpPr>
          <p:nvPr>
            <p:ph type="body" idx="1"/>
          </p:nvPr>
        </p:nvSpPr>
        <p:spPr/>
        <p:txBody>
          <a:bodyPr/>
          <a:lstStyle/>
          <a:p>
            <a:r>
              <a:rPr lang="en-US" sz="4000" dirty="0">
                <a:effectLst/>
              </a:rPr>
              <a:t>The Roadmap Driving-Triad is the strategic compass guiding SME AI adoption. It balances three forces. First, Need —the business problem that matters most right now, whether operational inefficiency, customer experience gaps, compliance pressure, or growth ambitions. Second, Opportunity —the AI solution class best suited to address that need, evaluated not only by fit but also by the maturity and availability of the technology and the organization’s willingness to take on risk. Third, Readiness —the SME’s current ability to adopt and sustain the solution, including data quality, digital processes, team skills, budget flexibility, and governance </a:t>
            </a:r>
            <a:r>
              <a:rPr lang="en-US" sz="4000" dirty="0" err="1">
                <a:effectLst/>
              </a:rPr>
              <a:t>posture.As</a:t>
            </a:r>
            <a:r>
              <a:rPr lang="en-US" sz="4000" dirty="0">
                <a:effectLst/>
              </a:rPr>
              <a:t> these vertices shift—needs evolve, technologies mature, and readiness increases—the roadmap adjusts accordingly. This makes AI adoption a living strategy rather than a rigid sequence. The Driving-Triad ensures SMEs choose the right solution at the right time, maximizing value while minimizing risk and </a:t>
            </a:r>
            <a:r>
              <a:rPr lang="en-US" sz="4000" dirty="0" err="1">
                <a:effectLst/>
              </a:rPr>
              <a:t>complexity.It</a:t>
            </a:r>
            <a:r>
              <a:rPr lang="en-US" sz="4000" dirty="0">
                <a:effectLst/>
              </a:rPr>
              <a:t> ensures that SME AI adoption is:- Practical, because it is grounded in real business needs.- Strategic, as it is aligned with the highest‐value opportunities.- Sustainable, matching the organization’s readiness.- Flexible, being able to adapt as conditions change.- Efficient,  as it avoids over‐engineering or premature </a:t>
            </a:r>
            <a:r>
              <a:rPr lang="en-US" sz="4000" dirty="0" err="1">
                <a:effectLst/>
              </a:rPr>
              <a:t>complexity.It</a:t>
            </a:r>
            <a:r>
              <a:rPr lang="en-US" sz="4000" dirty="0">
                <a:effectLst/>
              </a:rPr>
              <a:t> prevents SMEs from jumping too fast into advanced AI they cannot sustain, staying stuck in basic tools that no longer move the needle, or following a rigid maturity model that doesn’t reflect their </a:t>
            </a:r>
            <a:r>
              <a:rPr lang="en-US" sz="4000" dirty="0" err="1">
                <a:effectLst/>
              </a:rPr>
              <a:t>reality.Instead</a:t>
            </a:r>
            <a:r>
              <a:rPr lang="en-US" sz="4000" dirty="0">
                <a:effectLst/>
              </a:rPr>
              <a:t>, it guides them toward the right solution at the right time, with the right level of ambition.</a:t>
            </a:r>
            <a:endParaRPr lang="en-DE" sz="4000" dirty="0"/>
          </a:p>
        </p:txBody>
      </p:sp>
      <p:sp>
        <p:nvSpPr>
          <p:cNvPr id="4" name="Slide Number Placeholder 3">
            <a:extLst>
              <a:ext uri="{FF2B5EF4-FFF2-40B4-BE49-F238E27FC236}">
                <a16:creationId xmlns:a16="http://schemas.microsoft.com/office/drawing/2014/main" id="{0D8CE60A-14A3-956B-D264-9368BA24494E}"/>
              </a:ext>
            </a:extLst>
          </p:cNvPr>
          <p:cNvSpPr>
            <a:spLocks noGrp="1"/>
          </p:cNvSpPr>
          <p:nvPr>
            <p:ph type="sldNum" sz="quarter" idx="5"/>
          </p:nvPr>
        </p:nvSpPr>
        <p:spPr/>
        <p:txBody>
          <a:bodyPr/>
          <a:lstStyle/>
          <a:p>
            <a:fld id="{6B54CA0C-6327-4C67-A389-FA31879510F7}" type="slidenum">
              <a:rPr lang="en-DE" smtClean="0"/>
              <a:t>11</a:t>
            </a:fld>
            <a:endParaRPr lang="en-DE"/>
          </a:p>
        </p:txBody>
      </p:sp>
    </p:spTree>
    <p:extLst>
      <p:ext uri="{BB962C8B-B14F-4D97-AF65-F5344CB8AC3E}">
        <p14:creationId xmlns:p14="http://schemas.microsoft.com/office/powerpoint/2010/main" val="252401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49F30-EBC5-615B-1D5F-D9A08E631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B4698-A89C-7505-4607-B57C2954904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E536286F-B01B-4DD5-0835-4700EE392001}"/>
              </a:ext>
            </a:extLst>
          </p:cNvPr>
          <p:cNvSpPr>
            <a:spLocks noGrp="1"/>
          </p:cNvSpPr>
          <p:nvPr>
            <p:ph type="body" idx="1"/>
          </p:nvPr>
        </p:nvSpPr>
        <p:spPr/>
        <p:txBody>
          <a:bodyPr/>
          <a:lstStyle/>
          <a:p>
            <a:r>
              <a:rPr lang="en-DE" sz="4000" dirty="0">
                <a:effectLst/>
              </a:rPr>
              <a:t>The </a:t>
            </a:r>
            <a:r>
              <a:rPr lang="en-DE" sz="4000" dirty="0" err="1">
                <a:effectLst/>
              </a:rPr>
              <a:t>BrokerAI</a:t>
            </a:r>
            <a:r>
              <a:rPr lang="en-DE" sz="4000" dirty="0">
                <a:effectLst/>
              </a:rPr>
              <a:t> exists because most SMEs today stand at a crossroads with AI. They see the opportunity, they feel the pressure to modernize, and they understand that competitors are already moving. But the path forward is rarely clear. Costs seem unpredictable, skills are limited, internal resistance is real, and compliance under the EU AI Act adds a layer of complexity that many businesses simply aren’t prepared to navigate. This uncertainty is the biggest barrier—not technology itself.</a:t>
            </a:r>
            <a:endParaRPr lang="en-DE" sz="4000" dirty="0"/>
          </a:p>
          <a:p>
            <a:r>
              <a:rPr lang="en-DE" sz="4000" dirty="0">
                <a:effectLst/>
              </a:rPr>
              <a:t>As a European multi‑disciplinary network of AI experts, The </a:t>
            </a:r>
            <a:r>
              <a:rPr lang="en-DE" sz="4000" dirty="0" err="1">
                <a:effectLst/>
              </a:rPr>
              <a:t>BrokerAI</a:t>
            </a:r>
            <a:r>
              <a:rPr lang="en-DE" sz="4000" dirty="0">
                <a:effectLst/>
              </a:rPr>
              <a:t> is built to remove that uncertainty. We act as your strategic partner, helping you understand what AI can realistically do for your business, where the highest‑impact opportunities lie, and how to adopt them safely and efficiently. Our Driving‑Triangle methodology ensures that every recommendation is grounded in your actual business needs, the right AI opportunities for your context, and your organization’s readiness to adopt them. No hype, no guesswork—just clarity and alignment.</a:t>
            </a:r>
            <a:endParaRPr lang="en-DE" sz="4000" dirty="0"/>
          </a:p>
          <a:p>
            <a:r>
              <a:rPr lang="en-DE" sz="4000" dirty="0">
                <a:effectLst/>
              </a:rPr>
              <a:t>We bridge the gaps that typically slow SMEs down: technical complexity, organizational change, and regulatory compliance. Whether you’re exploring your first pilot or planning a broader transformation, we help you move with confidence, reduce risk, avoid unnecessary costs, and build a roadmap that leads to measurable business value. With The </a:t>
            </a:r>
            <a:r>
              <a:rPr lang="en-DE" sz="4000" dirty="0" err="1">
                <a:effectLst/>
              </a:rPr>
              <a:t>BrokerAI</a:t>
            </a:r>
            <a:r>
              <a:rPr lang="en-DE" sz="4000" dirty="0">
                <a:effectLst/>
              </a:rPr>
              <a:t>, SMEs don’t just adopt AI—they adopt it strategically, responsibly, and with a trusted partner at their side.</a:t>
            </a:r>
            <a:endParaRPr lang="en-DE" sz="4000" dirty="0"/>
          </a:p>
        </p:txBody>
      </p:sp>
      <p:sp>
        <p:nvSpPr>
          <p:cNvPr id="4" name="Slide Number Placeholder 3">
            <a:extLst>
              <a:ext uri="{FF2B5EF4-FFF2-40B4-BE49-F238E27FC236}">
                <a16:creationId xmlns:a16="http://schemas.microsoft.com/office/drawing/2014/main" id="{77F07984-BD30-EE8B-9424-982759DE44F7}"/>
              </a:ext>
            </a:extLst>
          </p:cNvPr>
          <p:cNvSpPr>
            <a:spLocks noGrp="1"/>
          </p:cNvSpPr>
          <p:nvPr>
            <p:ph type="sldNum" sz="quarter" idx="5"/>
          </p:nvPr>
        </p:nvSpPr>
        <p:spPr/>
        <p:txBody>
          <a:bodyPr/>
          <a:lstStyle/>
          <a:p>
            <a:fld id="{6B54CA0C-6327-4C67-A389-FA31879510F7}" type="slidenum">
              <a:rPr lang="en-DE" smtClean="0"/>
              <a:t>12</a:t>
            </a:fld>
            <a:endParaRPr lang="en-DE"/>
          </a:p>
        </p:txBody>
      </p:sp>
    </p:spTree>
    <p:extLst>
      <p:ext uri="{BB962C8B-B14F-4D97-AF65-F5344CB8AC3E}">
        <p14:creationId xmlns:p14="http://schemas.microsoft.com/office/powerpoint/2010/main" val="1992599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2A056-F634-EC0D-6C52-E7B4D0B96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B0CF7-CB63-39B0-5AFC-1C58E8015686}"/>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822B0AD1-5FCD-7B7A-85E5-C3A31598FB1E}"/>
              </a:ext>
            </a:extLst>
          </p:cNvPr>
          <p:cNvSpPr>
            <a:spLocks noGrp="1"/>
          </p:cNvSpPr>
          <p:nvPr>
            <p:ph type="body" idx="1"/>
          </p:nvPr>
        </p:nvSpPr>
        <p:spPr/>
        <p:txBody>
          <a:bodyPr/>
          <a:lstStyle/>
          <a:p>
            <a:r>
              <a:rPr lang="en-US" sz="4000" dirty="0"/>
              <a:t>Our value‐centric broker model ensures that every step of your AI journey is grounded in clarity and strategic alignment. We begin with a structured discovery phase to identify your highest‐impact challenges and assess your readiness. Using the Driving‐Triad, we blueprint a roadmap that matches your needs with the right AI opportunities and ensures feasibility. We then broker the best‐fit vendors, support your team through change management, and provide compliance guidance tailored to EU regulations. As your AI deployment evolves, we track ROI and continuously refine the roadmap, adjusting the triad as your needs, opportunities, and readiness shift. This guarantees sustainable, measurable progress rather than one‐off </a:t>
            </a:r>
            <a:r>
              <a:rPr lang="en-US" sz="4000"/>
              <a:t>experimentation.</a:t>
            </a:r>
            <a:endParaRPr lang="en-DE" sz="4000" dirty="0"/>
          </a:p>
        </p:txBody>
      </p:sp>
      <p:sp>
        <p:nvSpPr>
          <p:cNvPr id="4" name="Slide Number Placeholder 3">
            <a:extLst>
              <a:ext uri="{FF2B5EF4-FFF2-40B4-BE49-F238E27FC236}">
                <a16:creationId xmlns:a16="http://schemas.microsoft.com/office/drawing/2014/main" id="{5C60188F-EC04-8357-2D89-09E83A2CC94F}"/>
              </a:ext>
            </a:extLst>
          </p:cNvPr>
          <p:cNvSpPr>
            <a:spLocks noGrp="1"/>
          </p:cNvSpPr>
          <p:nvPr>
            <p:ph type="sldNum" sz="quarter" idx="5"/>
          </p:nvPr>
        </p:nvSpPr>
        <p:spPr/>
        <p:txBody>
          <a:bodyPr/>
          <a:lstStyle/>
          <a:p>
            <a:fld id="{6B54CA0C-6327-4C67-A389-FA31879510F7}" type="slidenum">
              <a:rPr lang="en-DE" smtClean="0"/>
              <a:t>13</a:t>
            </a:fld>
            <a:endParaRPr lang="en-DE"/>
          </a:p>
        </p:txBody>
      </p:sp>
    </p:spTree>
    <p:extLst>
      <p:ext uri="{BB962C8B-B14F-4D97-AF65-F5344CB8AC3E}">
        <p14:creationId xmlns:p14="http://schemas.microsoft.com/office/powerpoint/2010/main" val="3069791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919DC-A3EF-3478-433C-DA83B4C11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551D6-EB56-6934-F648-FB6D57C865EE}"/>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CF61A43F-9377-A1C7-D1C9-D1DF43F6AF3E}"/>
              </a:ext>
            </a:extLst>
          </p:cNvPr>
          <p:cNvSpPr>
            <a:spLocks noGrp="1"/>
          </p:cNvSpPr>
          <p:nvPr>
            <p:ph type="body" idx="1"/>
          </p:nvPr>
        </p:nvSpPr>
        <p:spPr/>
        <p:txBody>
          <a:bodyPr/>
          <a:lstStyle/>
          <a:p>
            <a:r>
              <a:rPr lang="en-DE" sz="4000" dirty="0"/>
              <a:t>The </a:t>
            </a:r>
            <a:r>
              <a:rPr lang="en-DE" sz="4000" dirty="0" err="1"/>
              <a:t>BrokerAI</a:t>
            </a:r>
            <a:r>
              <a:rPr lang="en-DE" sz="4000" dirty="0"/>
              <a:t> is ready to begin this journey with you. Whether you’re exploring initial ideas or already facing concrete challenges, our team is prepared to receive your information requests, understand your context, and apply the Driving‑Triangle method to identify the right starting point. From discovery to roadmap design, vendor selection, change enablement, and compliance support, we stand beside you as a long‑term strategic partner. Let’s unlock AI’s potential together—confidently, safely, and with measurable business impact.</a:t>
            </a:r>
          </a:p>
        </p:txBody>
      </p:sp>
      <p:sp>
        <p:nvSpPr>
          <p:cNvPr id="4" name="Slide Number Placeholder 3">
            <a:extLst>
              <a:ext uri="{FF2B5EF4-FFF2-40B4-BE49-F238E27FC236}">
                <a16:creationId xmlns:a16="http://schemas.microsoft.com/office/drawing/2014/main" id="{32F3DC4F-74E3-2D7C-039A-7EE5CF3EEEE5}"/>
              </a:ext>
            </a:extLst>
          </p:cNvPr>
          <p:cNvSpPr>
            <a:spLocks noGrp="1"/>
          </p:cNvSpPr>
          <p:nvPr>
            <p:ph type="sldNum" sz="quarter" idx="5"/>
          </p:nvPr>
        </p:nvSpPr>
        <p:spPr/>
        <p:txBody>
          <a:bodyPr/>
          <a:lstStyle/>
          <a:p>
            <a:fld id="{6B54CA0C-6327-4C67-A389-FA31879510F7}" type="slidenum">
              <a:rPr lang="en-DE" smtClean="0"/>
              <a:t>14</a:t>
            </a:fld>
            <a:endParaRPr lang="en-DE"/>
          </a:p>
        </p:txBody>
      </p:sp>
    </p:spTree>
    <p:extLst>
      <p:ext uri="{BB962C8B-B14F-4D97-AF65-F5344CB8AC3E}">
        <p14:creationId xmlns:p14="http://schemas.microsoft.com/office/powerpoint/2010/main" val="3658465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C3981-397C-49A0-4942-BCB4AA9F1A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2C5D0278-1BE3-4559-51C1-E664E581A0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2A950626-EC69-C2C3-2CCF-E990DFFBB08F}"/>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5" name="Footer Placeholder 4">
            <a:extLst>
              <a:ext uri="{FF2B5EF4-FFF2-40B4-BE49-F238E27FC236}">
                <a16:creationId xmlns:a16="http://schemas.microsoft.com/office/drawing/2014/main" id="{A9C31169-8B70-E92C-F0E4-EA9DA8E6D165}"/>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5291F7A9-ED35-5FEE-2866-7FFB41B8E7BB}"/>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1185736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A31D4-7833-520D-5C9B-8AA683ADCB9A}"/>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F3268BF7-9C85-16FB-49EB-C3F7D26D73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679F61C8-9DEF-6FE9-7794-C58BF0960653}"/>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5" name="Footer Placeholder 4">
            <a:extLst>
              <a:ext uri="{FF2B5EF4-FFF2-40B4-BE49-F238E27FC236}">
                <a16:creationId xmlns:a16="http://schemas.microsoft.com/office/drawing/2014/main" id="{1407D94C-A01D-332D-9382-BDACE0FF74AB}"/>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5D4A50F9-68AE-F595-664A-F14F9724251F}"/>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1546079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B7AFC-3FB0-7AFF-C6DE-E3D17BE31C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F83F0DCE-087B-5B17-AC87-CC0B4D4192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ED6CAD-8C89-F343-38FA-170198D80046}"/>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5" name="Footer Placeholder 4">
            <a:extLst>
              <a:ext uri="{FF2B5EF4-FFF2-40B4-BE49-F238E27FC236}">
                <a16:creationId xmlns:a16="http://schemas.microsoft.com/office/drawing/2014/main" id="{F05626B0-7928-C954-F7FB-313BA18FA2E5}"/>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5C5E517-D8B6-6E04-CFB2-0EFC2A61EC69}"/>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417302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8A91-22F1-B70A-D63F-8B89DE3CA99A}"/>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67E9F000-29F2-3314-7271-E0D24831A0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5009DC12-3C7C-4912-94D2-33A1ABBC92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6D64F54F-6023-5D6B-C17E-2EE2D93CF07F}"/>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6" name="Footer Placeholder 5">
            <a:extLst>
              <a:ext uri="{FF2B5EF4-FFF2-40B4-BE49-F238E27FC236}">
                <a16:creationId xmlns:a16="http://schemas.microsoft.com/office/drawing/2014/main" id="{12212839-B12B-14FE-459E-2A3D12201424}"/>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8FCE2F89-B435-8A3B-8728-848D2A132501}"/>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4134735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3EC11-C73E-8F2E-F7E6-1D7E0A09AEB1}"/>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2D29CB65-3B31-BEDF-91B7-4863A524B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502A65-DA4E-1579-BB6D-315B1F6CB7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0A67FA82-F86A-2082-EB22-FC21F93E4C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033043-137E-92E2-3703-7B8EA5F324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0015C2CE-29C5-2357-8444-CD27275658F9}"/>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8" name="Footer Placeholder 7">
            <a:extLst>
              <a:ext uri="{FF2B5EF4-FFF2-40B4-BE49-F238E27FC236}">
                <a16:creationId xmlns:a16="http://schemas.microsoft.com/office/drawing/2014/main" id="{39309976-391A-F413-BABB-65B6A630E041}"/>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937E16C9-0927-BFA1-A874-BED263349A2E}"/>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24701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4B3D-4C36-1F3D-068A-544411953C02}"/>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B1CC6EF9-F759-26BD-1E67-EE9547B5CB21}"/>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4" name="Footer Placeholder 3">
            <a:extLst>
              <a:ext uri="{FF2B5EF4-FFF2-40B4-BE49-F238E27FC236}">
                <a16:creationId xmlns:a16="http://schemas.microsoft.com/office/drawing/2014/main" id="{CF0CE912-5217-4272-C000-F9A0A1DAB4C7}"/>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BAAE0EDE-03EA-FE67-7385-B43938C7C68A}"/>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3266699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841C65-1923-02EB-DDDA-79F6FE706F0A}"/>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3" name="Footer Placeholder 2">
            <a:extLst>
              <a:ext uri="{FF2B5EF4-FFF2-40B4-BE49-F238E27FC236}">
                <a16:creationId xmlns:a16="http://schemas.microsoft.com/office/drawing/2014/main" id="{9835DE04-3754-02BE-11DC-33601DEC5478}"/>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6A5B7EA3-F44D-461F-F36E-A47F2ADA121E}"/>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2336580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98BAD-29A9-2164-932A-FCCF89DAFF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0EA8B209-35E8-B49D-97DA-75A7A4BCF7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07FB2757-FF1D-8022-17BE-4AD0E437F1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CFE9BA-A90C-8AA5-9810-4F93A958085B}"/>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6" name="Footer Placeholder 5">
            <a:extLst>
              <a:ext uri="{FF2B5EF4-FFF2-40B4-BE49-F238E27FC236}">
                <a16:creationId xmlns:a16="http://schemas.microsoft.com/office/drawing/2014/main" id="{32CB81AD-FA6A-6A9C-4AF2-3049E634553B}"/>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C49095E7-AA47-8A36-6FB1-768EA7075969}"/>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2216626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F0BA0-738C-33F6-5203-DA215683DB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BFF7EFE2-5F66-4BDC-EE31-D57BE25516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FDBF7259-FBAB-C51E-8A5F-E7CFA819ED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7DADC1-098C-E488-1874-38B640CE15A3}"/>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6" name="Footer Placeholder 5">
            <a:extLst>
              <a:ext uri="{FF2B5EF4-FFF2-40B4-BE49-F238E27FC236}">
                <a16:creationId xmlns:a16="http://schemas.microsoft.com/office/drawing/2014/main" id="{12907167-7769-B36B-BD94-334DAA0CF517}"/>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49F0B44B-36B6-E37D-02E5-8B5409619183}"/>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427026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A314F-2B7E-F0FF-F275-7F528D92EAA1}"/>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C84168A4-9ED1-9C17-2FAA-D9AB0BA092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BBBCC794-B72A-1C7B-F963-18FCC02151C4}"/>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5" name="Footer Placeholder 4">
            <a:extLst>
              <a:ext uri="{FF2B5EF4-FFF2-40B4-BE49-F238E27FC236}">
                <a16:creationId xmlns:a16="http://schemas.microsoft.com/office/drawing/2014/main" id="{0353CE0D-64A7-8CF7-AA45-D66BC14546C5}"/>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7838AC9-2213-56EA-2623-0D8D798FB5BA}"/>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694607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7D6ECC-7486-6056-5B2B-E8FA0E1D1D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DC3D04C6-1155-1A66-ACF5-7073E3BA05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7CA8380D-5786-571C-7B5C-7E6C526DC8F4}"/>
              </a:ext>
            </a:extLst>
          </p:cNvPr>
          <p:cNvSpPr>
            <a:spLocks noGrp="1"/>
          </p:cNvSpPr>
          <p:nvPr>
            <p:ph type="dt" sz="half" idx="10"/>
          </p:nvPr>
        </p:nvSpPr>
        <p:spPr/>
        <p:txBody>
          <a:bodyPr/>
          <a:lstStyle/>
          <a:p>
            <a:fld id="{2CB9C051-8558-4D47-A014-C33FC0FACDCC}" type="datetimeFigureOut">
              <a:rPr lang="en-DE" smtClean="0"/>
              <a:t>15/07/2026</a:t>
            </a:fld>
            <a:endParaRPr lang="en-DE"/>
          </a:p>
        </p:txBody>
      </p:sp>
      <p:sp>
        <p:nvSpPr>
          <p:cNvPr id="5" name="Footer Placeholder 4">
            <a:extLst>
              <a:ext uri="{FF2B5EF4-FFF2-40B4-BE49-F238E27FC236}">
                <a16:creationId xmlns:a16="http://schemas.microsoft.com/office/drawing/2014/main" id="{D7B22DA7-A513-DA69-3016-6F2DBB380122}"/>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5EDBF865-F204-AFC3-21C3-642E891359C6}"/>
              </a:ext>
            </a:extLst>
          </p:cNvPr>
          <p:cNvSpPr>
            <a:spLocks noGrp="1"/>
          </p:cNvSpPr>
          <p:nvPr>
            <p:ph type="sldNum" sz="quarter" idx="12"/>
          </p:nvPr>
        </p:nvSpPr>
        <p:spPr/>
        <p:txBody>
          <a:bodyPr/>
          <a:lstStyle/>
          <a:p>
            <a:fld id="{1FA76430-68C0-4856-A13E-332400B9D992}" type="slidenum">
              <a:rPr lang="en-DE" smtClean="0"/>
              <a:t>‹#›</a:t>
            </a:fld>
            <a:endParaRPr lang="en-DE"/>
          </a:p>
        </p:txBody>
      </p:sp>
    </p:spTree>
    <p:extLst>
      <p:ext uri="{BB962C8B-B14F-4D97-AF65-F5344CB8AC3E}">
        <p14:creationId xmlns:p14="http://schemas.microsoft.com/office/powerpoint/2010/main" val="750414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B4AB7B-01CB-0C8C-320D-858964376C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0F1FF5CC-470B-A7B7-0AC6-F9E3BF6EA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F80675CF-40BA-AF59-D92D-20BBC6CA31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B9C051-8558-4D47-A014-C33FC0FACDCC}" type="datetimeFigureOut">
              <a:rPr lang="en-DE" smtClean="0"/>
              <a:t>15/07/2026</a:t>
            </a:fld>
            <a:endParaRPr lang="en-DE"/>
          </a:p>
        </p:txBody>
      </p:sp>
      <p:sp>
        <p:nvSpPr>
          <p:cNvPr id="5" name="Footer Placeholder 4">
            <a:extLst>
              <a:ext uri="{FF2B5EF4-FFF2-40B4-BE49-F238E27FC236}">
                <a16:creationId xmlns:a16="http://schemas.microsoft.com/office/drawing/2014/main" id="{5995A915-FF13-2643-17C8-F2EBD3DD8B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723CADE4-5AA9-47AA-39EF-39EA75FF12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A76430-68C0-4856-A13E-332400B9D992}" type="slidenum">
              <a:rPr lang="en-DE" smtClean="0"/>
              <a:t>‹#›</a:t>
            </a:fld>
            <a:endParaRPr lang="en-DE"/>
          </a:p>
        </p:txBody>
      </p:sp>
    </p:spTree>
    <p:extLst>
      <p:ext uri="{BB962C8B-B14F-4D97-AF65-F5344CB8AC3E}">
        <p14:creationId xmlns:p14="http://schemas.microsoft.com/office/powerpoint/2010/main" val="3138607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jpeg"/><Relationship Id="rId7"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A290646-7983-068D-4F3F-80C248877F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13442" y="1129704"/>
            <a:ext cx="3565114" cy="3453084"/>
          </a:xfrm>
          <a:prstGeom prst="rect">
            <a:avLst/>
          </a:prstGeom>
        </p:spPr>
      </p:pic>
      <p:sp>
        <p:nvSpPr>
          <p:cNvPr id="5" name="Rectangle: Rounded Corners 4">
            <a:extLst>
              <a:ext uri="{FF2B5EF4-FFF2-40B4-BE49-F238E27FC236}">
                <a16:creationId xmlns:a16="http://schemas.microsoft.com/office/drawing/2014/main" id="{00A75450-866D-6D90-879D-14248C63D1FA}"/>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TextBox 5">
            <a:extLst>
              <a:ext uri="{FF2B5EF4-FFF2-40B4-BE49-F238E27FC236}">
                <a16:creationId xmlns:a16="http://schemas.microsoft.com/office/drawing/2014/main" id="{D296301E-E045-D79D-6591-E38C9CCC4D7E}"/>
              </a:ext>
            </a:extLst>
          </p:cNvPr>
          <p:cNvSpPr txBox="1"/>
          <p:nvPr/>
        </p:nvSpPr>
        <p:spPr>
          <a:xfrm>
            <a:off x="2917443" y="4634063"/>
            <a:ext cx="6434625" cy="954107"/>
          </a:xfrm>
          <a:prstGeom prst="rect">
            <a:avLst/>
          </a:prstGeom>
          <a:noFill/>
        </p:spPr>
        <p:txBody>
          <a:bodyPr wrap="square" rtlCol="0">
            <a:spAutoFit/>
          </a:bodyPr>
          <a:lstStyle/>
          <a:p>
            <a:pPr algn="ctr"/>
            <a:r>
              <a:rPr lang="en-US" sz="2800" i="1" dirty="0"/>
              <a:t>If the path is not clear …</a:t>
            </a:r>
          </a:p>
          <a:p>
            <a:pPr algn="ctr"/>
            <a:r>
              <a:rPr lang="en-US" sz="2800" i="1" dirty="0"/>
              <a:t>we shape your SME roadmap</a:t>
            </a:r>
            <a:endParaRPr lang="en-DE" sz="2800" i="1" dirty="0"/>
          </a:p>
        </p:txBody>
      </p:sp>
    </p:spTree>
    <p:extLst>
      <p:ext uri="{BB962C8B-B14F-4D97-AF65-F5344CB8AC3E}">
        <p14:creationId xmlns:p14="http://schemas.microsoft.com/office/powerpoint/2010/main" val="20118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6F15F407-38CB-F8A5-5D70-39A908F6F217}"/>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6A599F3E-9E9A-5ECA-A4B9-BA2B25059E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6D62E776-1E4D-A209-995F-5CA537E07D2B}"/>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21A5B7AB-C302-8937-2C04-1B8FEBD31969}"/>
              </a:ext>
            </a:extLst>
          </p:cNvPr>
          <p:cNvSpPr txBox="1"/>
          <p:nvPr/>
        </p:nvSpPr>
        <p:spPr>
          <a:xfrm>
            <a:off x="178548" y="239460"/>
            <a:ext cx="7654141" cy="646331"/>
          </a:xfrm>
          <a:prstGeom prst="rect">
            <a:avLst/>
          </a:prstGeom>
          <a:noFill/>
        </p:spPr>
        <p:txBody>
          <a:bodyPr wrap="square" rtlCol="0">
            <a:spAutoFit/>
          </a:bodyPr>
          <a:lstStyle/>
          <a:p>
            <a:r>
              <a:rPr lang="en-US" sz="3600" b="1" i="1" dirty="0"/>
              <a:t>AI Adoption Dilemma</a:t>
            </a:r>
            <a:endParaRPr lang="en-DE" sz="3600" b="1" i="1" dirty="0"/>
          </a:p>
        </p:txBody>
      </p:sp>
      <p:sp>
        <p:nvSpPr>
          <p:cNvPr id="7" name="TextBox 6">
            <a:extLst>
              <a:ext uri="{FF2B5EF4-FFF2-40B4-BE49-F238E27FC236}">
                <a16:creationId xmlns:a16="http://schemas.microsoft.com/office/drawing/2014/main" id="{9A212265-CE32-00F2-4948-4130FD340CCA}"/>
              </a:ext>
            </a:extLst>
          </p:cNvPr>
          <p:cNvSpPr txBox="1"/>
          <p:nvPr/>
        </p:nvSpPr>
        <p:spPr>
          <a:xfrm>
            <a:off x="538036" y="1302946"/>
            <a:ext cx="7654141" cy="4216539"/>
          </a:xfrm>
          <a:prstGeom prst="rect">
            <a:avLst/>
          </a:prstGeom>
          <a:noFill/>
        </p:spPr>
        <p:txBody>
          <a:bodyPr wrap="square" rtlCol="0">
            <a:spAutoFit/>
          </a:bodyPr>
          <a:lstStyle/>
          <a:p>
            <a:pPr marL="457200" indent="-457200">
              <a:spcAft>
                <a:spcPts val="2400"/>
              </a:spcAft>
              <a:buFont typeface="Wingdings" panose="05000000000000000000" pitchFamily="2" charset="2"/>
              <a:buChar char="§"/>
            </a:pPr>
            <a:r>
              <a:rPr lang="en-US" sz="2600" i="1" dirty="0"/>
              <a:t>SMEs view AI as a critical lever for productivity and competitiveness</a:t>
            </a:r>
          </a:p>
          <a:p>
            <a:pPr marL="457200" indent="-457200">
              <a:spcAft>
                <a:spcPts val="2400"/>
              </a:spcAft>
              <a:buFont typeface="Wingdings" panose="05000000000000000000" pitchFamily="2" charset="2"/>
              <a:buChar char="§"/>
            </a:pPr>
            <a:r>
              <a:rPr lang="en-US" sz="2600" i="1" dirty="0"/>
              <a:t>75%+ are experimenting with AI, but value realization remains difficult</a:t>
            </a:r>
          </a:p>
          <a:p>
            <a:pPr marL="457200" indent="-457200">
              <a:spcAft>
                <a:spcPts val="2400"/>
              </a:spcAft>
              <a:buFont typeface="Wingdings" panose="05000000000000000000" pitchFamily="2" charset="2"/>
              <a:buChar char="§"/>
            </a:pPr>
            <a:r>
              <a:rPr lang="en-US" sz="2600" i="1" dirty="0"/>
              <a:t>Key barriers: cost concerns, skills shortages, organizational resistance</a:t>
            </a:r>
          </a:p>
          <a:p>
            <a:pPr marL="457200" indent="-457200">
              <a:spcAft>
                <a:spcPts val="2400"/>
              </a:spcAft>
              <a:buFont typeface="Wingdings" panose="05000000000000000000" pitchFamily="2" charset="2"/>
              <a:buChar char="§"/>
            </a:pPr>
            <a:r>
              <a:rPr lang="en-US" sz="2600" i="1" dirty="0"/>
              <a:t>Rising pressure from data governance, ethics, and regulatory compliance</a:t>
            </a:r>
            <a:endParaRPr lang="en-DE" sz="2600" i="1" dirty="0"/>
          </a:p>
        </p:txBody>
      </p:sp>
      <p:pic>
        <p:nvPicPr>
          <p:cNvPr id="10" name="Picture 9">
            <a:extLst>
              <a:ext uri="{FF2B5EF4-FFF2-40B4-BE49-F238E27FC236}">
                <a16:creationId xmlns:a16="http://schemas.microsoft.com/office/drawing/2014/main" id="{68CC5C57-F349-8051-DC6E-F2AFEC50BD36}"/>
              </a:ext>
            </a:extLst>
          </p:cNvPr>
          <p:cNvPicPr>
            <a:picLocks noChangeAspect="1"/>
          </p:cNvPicPr>
          <p:nvPr/>
        </p:nvPicPr>
        <p:blipFill>
          <a:blip r:embed="rId5"/>
          <a:stretch>
            <a:fillRect/>
          </a:stretch>
        </p:blipFill>
        <p:spPr>
          <a:xfrm>
            <a:off x="8156650" y="2631843"/>
            <a:ext cx="3386373" cy="3046603"/>
          </a:xfrm>
          <a:prstGeom prst="rect">
            <a:avLst/>
          </a:prstGeom>
        </p:spPr>
      </p:pic>
    </p:spTree>
    <p:extLst>
      <p:ext uri="{BB962C8B-B14F-4D97-AF65-F5344CB8AC3E}">
        <p14:creationId xmlns:p14="http://schemas.microsoft.com/office/powerpoint/2010/main" val="2001711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9B67B5DA-1BE0-DFFF-CFCA-462E0A83854C}"/>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DC4BF187-0ADB-8C3E-2F1D-D7D7FF149B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BF90EDAD-AC4B-E309-A48E-E2802D96E83D}"/>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2A154478-BE62-BF09-EC4E-0CBFDD706CD3}"/>
              </a:ext>
            </a:extLst>
          </p:cNvPr>
          <p:cNvSpPr txBox="1"/>
          <p:nvPr/>
        </p:nvSpPr>
        <p:spPr>
          <a:xfrm>
            <a:off x="178548" y="239460"/>
            <a:ext cx="7654141" cy="646331"/>
          </a:xfrm>
          <a:prstGeom prst="rect">
            <a:avLst/>
          </a:prstGeom>
          <a:noFill/>
        </p:spPr>
        <p:txBody>
          <a:bodyPr wrap="square" rtlCol="0">
            <a:spAutoFit/>
          </a:bodyPr>
          <a:lstStyle/>
          <a:p>
            <a:r>
              <a:rPr lang="en-US" sz="3600" b="1" i="1" dirty="0"/>
              <a:t>The Core Barriers </a:t>
            </a:r>
            <a:endParaRPr lang="en-DE" sz="3600" b="1" i="1" dirty="0"/>
          </a:p>
        </p:txBody>
      </p:sp>
      <p:sp>
        <p:nvSpPr>
          <p:cNvPr id="7" name="TextBox 6">
            <a:extLst>
              <a:ext uri="{FF2B5EF4-FFF2-40B4-BE49-F238E27FC236}">
                <a16:creationId xmlns:a16="http://schemas.microsoft.com/office/drawing/2014/main" id="{CC95BC21-7D9D-E698-1560-A3B2A4C31209}"/>
              </a:ext>
            </a:extLst>
          </p:cNvPr>
          <p:cNvSpPr txBox="1"/>
          <p:nvPr/>
        </p:nvSpPr>
        <p:spPr>
          <a:xfrm>
            <a:off x="532561" y="1302946"/>
            <a:ext cx="7894155" cy="4616648"/>
          </a:xfrm>
          <a:prstGeom prst="rect">
            <a:avLst/>
          </a:prstGeom>
          <a:noFill/>
        </p:spPr>
        <p:txBody>
          <a:bodyPr wrap="square" rtlCol="0">
            <a:spAutoFit/>
          </a:bodyPr>
          <a:lstStyle/>
          <a:p>
            <a:pPr marL="457200" indent="-457200">
              <a:spcAft>
                <a:spcPts val="2400"/>
              </a:spcAft>
              <a:buFont typeface="Wingdings" panose="05000000000000000000" pitchFamily="2" charset="2"/>
              <a:buChar char="§"/>
            </a:pPr>
            <a:r>
              <a:rPr lang="en-US" sz="2600" b="1" dirty="0"/>
              <a:t>Cost:</a:t>
            </a:r>
            <a:r>
              <a:rPr lang="en-US" sz="2600" i="1" dirty="0"/>
              <a:t> Misconceptions about high investment; affordable SaaS/low‑code options emerging</a:t>
            </a:r>
          </a:p>
          <a:p>
            <a:pPr marL="457200" indent="-457200">
              <a:spcAft>
                <a:spcPts val="2400"/>
              </a:spcAft>
              <a:buFont typeface="Wingdings" panose="05000000000000000000" pitchFamily="2" charset="2"/>
              <a:buChar char="§"/>
            </a:pPr>
            <a:r>
              <a:rPr lang="en-US" sz="2600" b="1" dirty="0"/>
              <a:t>Skills Gap:</a:t>
            </a:r>
            <a:r>
              <a:rPr lang="en-US" sz="2600" i="1" dirty="0"/>
              <a:t> 50%+ lack internal AI understanding; limited resources for data, integration, and change</a:t>
            </a:r>
          </a:p>
          <a:p>
            <a:pPr marL="457200" indent="-457200">
              <a:spcAft>
                <a:spcPts val="2400"/>
              </a:spcAft>
              <a:buFont typeface="Wingdings" panose="05000000000000000000" pitchFamily="2" charset="2"/>
              <a:buChar char="§"/>
            </a:pPr>
            <a:r>
              <a:rPr lang="en-US" sz="2600" b="1" dirty="0"/>
              <a:t>Organizational Resistance:</a:t>
            </a:r>
            <a:r>
              <a:rPr lang="en-US" sz="2600" i="1" dirty="0"/>
              <a:t> Fear of job displacement and stress from new tools/processes</a:t>
            </a:r>
          </a:p>
          <a:p>
            <a:pPr marL="457200" indent="-457200">
              <a:spcAft>
                <a:spcPts val="2400"/>
              </a:spcAft>
              <a:buFont typeface="Wingdings" panose="05000000000000000000" pitchFamily="2" charset="2"/>
              <a:buChar char="§"/>
            </a:pPr>
            <a:r>
              <a:rPr lang="en-US" sz="2600" b="1" dirty="0"/>
              <a:t>Compliance &amp; Ethics:</a:t>
            </a:r>
            <a:r>
              <a:rPr lang="en-US" sz="2600" i="1" dirty="0"/>
              <a:t> EU AI Act raises stakes; fines up to 7% of global turnover</a:t>
            </a:r>
            <a:endParaRPr lang="en-DE" sz="2600" i="1" dirty="0"/>
          </a:p>
        </p:txBody>
      </p:sp>
      <p:pic>
        <p:nvPicPr>
          <p:cNvPr id="6" name="Picture 5">
            <a:extLst>
              <a:ext uri="{FF2B5EF4-FFF2-40B4-BE49-F238E27FC236}">
                <a16:creationId xmlns:a16="http://schemas.microsoft.com/office/drawing/2014/main" id="{4A3C0E96-7790-31B3-7E92-323A6D01FC1D}"/>
              </a:ext>
            </a:extLst>
          </p:cNvPr>
          <p:cNvPicPr>
            <a:picLocks noChangeAspect="1"/>
          </p:cNvPicPr>
          <p:nvPr/>
        </p:nvPicPr>
        <p:blipFill>
          <a:blip r:embed="rId5"/>
          <a:stretch>
            <a:fillRect/>
          </a:stretch>
        </p:blipFill>
        <p:spPr>
          <a:xfrm>
            <a:off x="9836417" y="2419155"/>
            <a:ext cx="1765033" cy="1317891"/>
          </a:xfrm>
          <a:prstGeom prst="rect">
            <a:avLst/>
          </a:prstGeom>
        </p:spPr>
      </p:pic>
      <p:pic>
        <p:nvPicPr>
          <p:cNvPr id="8" name="Picture 7">
            <a:extLst>
              <a:ext uri="{FF2B5EF4-FFF2-40B4-BE49-F238E27FC236}">
                <a16:creationId xmlns:a16="http://schemas.microsoft.com/office/drawing/2014/main" id="{33C32718-FC88-45F1-DD8C-26EB6EBCE3B0}"/>
              </a:ext>
            </a:extLst>
          </p:cNvPr>
          <p:cNvPicPr>
            <a:picLocks noChangeAspect="1"/>
          </p:cNvPicPr>
          <p:nvPr/>
        </p:nvPicPr>
        <p:blipFill>
          <a:blip r:embed="rId5"/>
          <a:stretch>
            <a:fillRect/>
          </a:stretch>
        </p:blipFill>
        <p:spPr>
          <a:xfrm>
            <a:off x="8617349" y="3970216"/>
            <a:ext cx="2342884" cy="1749353"/>
          </a:xfrm>
          <a:prstGeom prst="rect">
            <a:avLst/>
          </a:prstGeom>
        </p:spPr>
      </p:pic>
    </p:spTree>
    <p:extLst>
      <p:ext uri="{BB962C8B-B14F-4D97-AF65-F5344CB8AC3E}">
        <p14:creationId xmlns:p14="http://schemas.microsoft.com/office/powerpoint/2010/main" val="898926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F3B63BF4-D325-672C-AFBD-8F8A2709D850}"/>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DD002998-E61D-CE8E-EA1C-8602E1E6D9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41FB133E-0658-6AEC-4824-25CAD16C1309}"/>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0932D8BA-2FAF-1311-7CB3-844B4DDF0D73}"/>
              </a:ext>
            </a:extLst>
          </p:cNvPr>
          <p:cNvSpPr txBox="1"/>
          <p:nvPr/>
        </p:nvSpPr>
        <p:spPr>
          <a:xfrm>
            <a:off x="178548" y="239460"/>
            <a:ext cx="8089380" cy="646331"/>
          </a:xfrm>
          <a:prstGeom prst="rect">
            <a:avLst/>
          </a:prstGeom>
          <a:noFill/>
        </p:spPr>
        <p:txBody>
          <a:bodyPr wrap="square" rtlCol="0">
            <a:spAutoFit/>
          </a:bodyPr>
          <a:lstStyle/>
          <a:p>
            <a:r>
              <a:rPr lang="en-US" sz="3600" b="1" i="1" dirty="0"/>
              <a:t>Coaching … the barrier’s breaker</a:t>
            </a:r>
            <a:endParaRPr lang="en-DE" sz="3600" b="1" i="1" dirty="0"/>
          </a:p>
        </p:txBody>
      </p:sp>
      <p:sp>
        <p:nvSpPr>
          <p:cNvPr id="7" name="TextBox 6">
            <a:extLst>
              <a:ext uri="{FF2B5EF4-FFF2-40B4-BE49-F238E27FC236}">
                <a16:creationId xmlns:a16="http://schemas.microsoft.com/office/drawing/2014/main" id="{F9C7201E-87CD-BD17-B0F9-148F7AE10B29}"/>
              </a:ext>
            </a:extLst>
          </p:cNvPr>
          <p:cNvSpPr txBox="1"/>
          <p:nvPr/>
        </p:nvSpPr>
        <p:spPr>
          <a:xfrm>
            <a:off x="532561" y="1215340"/>
            <a:ext cx="7373189" cy="4185761"/>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400" i="1" dirty="0"/>
              <a:t>Structured coaching demystifies AI. Clear roadmaps, cost‑effective solution selection, ROI‑driven pilots</a:t>
            </a:r>
          </a:p>
          <a:p>
            <a:pPr marL="457200" indent="-457200">
              <a:spcAft>
                <a:spcPts val="2000"/>
              </a:spcAft>
              <a:buFont typeface="Wingdings" panose="05000000000000000000" pitchFamily="2" charset="2"/>
              <a:buChar char="§"/>
            </a:pPr>
            <a:r>
              <a:rPr lang="en-US" sz="2400" i="1" dirty="0"/>
              <a:t>External expertise bridges the skills gap and accelerates implementation</a:t>
            </a:r>
          </a:p>
          <a:p>
            <a:pPr marL="457200" indent="-457200">
              <a:spcAft>
                <a:spcPts val="2000"/>
              </a:spcAft>
              <a:buFont typeface="Wingdings" panose="05000000000000000000" pitchFamily="2" charset="2"/>
              <a:buChar char="§"/>
            </a:pPr>
            <a:r>
              <a:rPr lang="en-US" sz="2400" i="1" dirty="0"/>
              <a:t>Change‑management support reduces employee resistance and builds confidence</a:t>
            </a:r>
          </a:p>
          <a:p>
            <a:pPr marL="457200" indent="-457200">
              <a:spcAft>
                <a:spcPts val="2000"/>
              </a:spcAft>
              <a:buFont typeface="Wingdings" panose="05000000000000000000" pitchFamily="2" charset="2"/>
              <a:buChar char="§"/>
            </a:pPr>
            <a:r>
              <a:rPr lang="en-US" sz="2400" i="1" dirty="0"/>
              <a:t>Governance coaching ensures compliance with EU AI Act and ethical best practices</a:t>
            </a:r>
          </a:p>
        </p:txBody>
      </p:sp>
      <p:pic>
        <p:nvPicPr>
          <p:cNvPr id="23" name="Picture 22">
            <a:extLst>
              <a:ext uri="{FF2B5EF4-FFF2-40B4-BE49-F238E27FC236}">
                <a16:creationId xmlns:a16="http://schemas.microsoft.com/office/drawing/2014/main" id="{B57A7915-93D8-ED45-204A-7BC9609FEFBE}"/>
              </a:ext>
            </a:extLst>
          </p:cNvPr>
          <p:cNvPicPr>
            <a:picLocks noChangeAspect="1"/>
          </p:cNvPicPr>
          <p:nvPr/>
        </p:nvPicPr>
        <p:blipFill>
          <a:blip r:embed="rId5"/>
          <a:stretch>
            <a:fillRect/>
          </a:stretch>
        </p:blipFill>
        <p:spPr>
          <a:xfrm>
            <a:off x="8846289" y="2870057"/>
            <a:ext cx="2661729" cy="2181056"/>
          </a:xfrm>
          <a:prstGeom prst="rect">
            <a:avLst/>
          </a:prstGeom>
        </p:spPr>
      </p:pic>
    </p:spTree>
    <p:extLst>
      <p:ext uri="{BB962C8B-B14F-4D97-AF65-F5344CB8AC3E}">
        <p14:creationId xmlns:p14="http://schemas.microsoft.com/office/powerpoint/2010/main" val="3432894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6F50C442-F37C-ABA1-4F15-E5EA6D4D16ED}"/>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351EFC5C-2E3F-33DF-9ACE-696959EC26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DFA95501-5FEB-FB58-B855-19D23CB40F3B}"/>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06054ED7-60AD-C6FC-5C7B-6895C3E41383}"/>
              </a:ext>
            </a:extLst>
          </p:cNvPr>
          <p:cNvSpPr txBox="1"/>
          <p:nvPr/>
        </p:nvSpPr>
        <p:spPr>
          <a:xfrm>
            <a:off x="178548" y="239460"/>
            <a:ext cx="8089380" cy="646331"/>
          </a:xfrm>
          <a:prstGeom prst="rect">
            <a:avLst/>
          </a:prstGeom>
          <a:noFill/>
        </p:spPr>
        <p:txBody>
          <a:bodyPr wrap="square" rtlCol="0">
            <a:spAutoFit/>
          </a:bodyPr>
          <a:lstStyle/>
          <a:p>
            <a:r>
              <a:rPr lang="en-US" sz="3600" b="1" i="1" dirty="0"/>
              <a:t>What do AI solutions look like?</a:t>
            </a:r>
            <a:endParaRPr lang="en-DE" sz="3600" b="1" i="1" dirty="0"/>
          </a:p>
        </p:txBody>
      </p:sp>
      <p:sp>
        <p:nvSpPr>
          <p:cNvPr id="7" name="TextBox 6">
            <a:extLst>
              <a:ext uri="{FF2B5EF4-FFF2-40B4-BE49-F238E27FC236}">
                <a16:creationId xmlns:a16="http://schemas.microsoft.com/office/drawing/2014/main" id="{5C7C3342-391D-89D3-E84A-218E5BC68619}"/>
              </a:ext>
            </a:extLst>
          </p:cNvPr>
          <p:cNvSpPr txBox="1"/>
          <p:nvPr/>
        </p:nvSpPr>
        <p:spPr>
          <a:xfrm>
            <a:off x="532561" y="1215340"/>
            <a:ext cx="8261010" cy="1456809"/>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400" i="1" dirty="0"/>
              <a:t>AI adoption offers multiple entry points for SMEs</a:t>
            </a:r>
          </a:p>
          <a:p>
            <a:pPr marL="457200" indent="-457200">
              <a:spcAft>
                <a:spcPts val="2000"/>
              </a:spcAft>
              <a:buFont typeface="Wingdings" panose="05000000000000000000" pitchFamily="2" charset="2"/>
              <a:buChar char="§"/>
            </a:pPr>
            <a:r>
              <a:rPr lang="en-US" sz="2400" i="1" dirty="0"/>
              <a:t>Five solution types, each with distinct value and complexity:</a:t>
            </a:r>
          </a:p>
        </p:txBody>
      </p:sp>
      <p:sp>
        <p:nvSpPr>
          <p:cNvPr id="4" name="TextBox 3">
            <a:extLst>
              <a:ext uri="{FF2B5EF4-FFF2-40B4-BE49-F238E27FC236}">
                <a16:creationId xmlns:a16="http://schemas.microsoft.com/office/drawing/2014/main" id="{68397D00-684F-9864-B6F1-5DFD7681CCF6}"/>
              </a:ext>
            </a:extLst>
          </p:cNvPr>
          <p:cNvSpPr txBox="1"/>
          <p:nvPr/>
        </p:nvSpPr>
        <p:spPr>
          <a:xfrm>
            <a:off x="999066" y="2692766"/>
            <a:ext cx="7665430" cy="3477875"/>
          </a:xfrm>
          <a:prstGeom prst="rect">
            <a:avLst/>
          </a:prstGeom>
          <a:noFill/>
        </p:spPr>
        <p:txBody>
          <a:bodyPr wrap="square" rtlCol="0">
            <a:spAutoFit/>
          </a:bodyPr>
          <a:lstStyle/>
          <a:p>
            <a:pPr marL="361950" indent="-342900">
              <a:spcAft>
                <a:spcPts val="1200"/>
              </a:spcAft>
              <a:buFont typeface="+mj-lt"/>
              <a:buAutoNum type="arabicPeriod"/>
            </a:pPr>
            <a:r>
              <a:rPr lang="en-US" b="1" dirty="0">
                <a:effectLst/>
              </a:rPr>
              <a:t>Personal</a:t>
            </a:r>
            <a:r>
              <a:rPr lang="en-DE" b="1" dirty="0">
                <a:effectLst/>
              </a:rPr>
              <a:t> Productivity</a:t>
            </a:r>
            <a:r>
              <a:rPr lang="en-US" b="1" dirty="0">
                <a:effectLst/>
              </a:rPr>
              <a:t>:</a:t>
            </a:r>
            <a:r>
              <a:rPr lang="en-DE" dirty="0">
                <a:effectLst/>
              </a:rPr>
              <a:t> Fast, low‑effort boosts to employee efficiency</a:t>
            </a:r>
            <a:r>
              <a:rPr lang="en-US" dirty="0">
                <a:effectLst/>
              </a:rPr>
              <a:t> using cheap available cloud (or locally installed) AI tools</a:t>
            </a:r>
            <a:endParaRPr lang="en-DE" dirty="0"/>
          </a:p>
          <a:p>
            <a:pPr marL="361950" indent="-342900">
              <a:spcAft>
                <a:spcPts val="1200"/>
              </a:spcAft>
              <a:buFont typeface="+mj-lt"/>
              <a:buAutoNum type="arabicPeriod"/>
            </a:pPr>
            <a:r>
              <a:rPr lang="en-US" b="1" dirty="0">
                <a:effectLst/>
              </a:rPr>
              <a:t>Intelligent </a:t>
            </a:r>
            <a:r>
              <a:rPr lang="en-DE" b="1" dirty="0">
                <a:effectLst/>
              </a:rPr>
              <a:t>Workflow Automations</a:t>
            </a:r>
            <a:r>
              <a:rPr lang="en-US" dirty="0">
                <a:effectLst/>
              </a:rPr>
              <a:t>:</a:t>
            </a:r>
            <a:r>
              <a:rPr lang="en-DE" dirty="0">
                <a:effectLst/>
              </a:rPr>
              <a:t> </a:t>
            </a:r>
            <a:r>
              <a:rPr lang="en-US" dirty="0">
                <a:effectLst/>
              </a:rPr>
              <a:t>AI enriched </a:t>
            </a:r>
            <a:r>
              <a:rPr lang="en-DE" dirty="0">
                <a:effectLst/>
              </a:rPr>
              <a:t>automation of repetitive multi‑step processes</a:t>
            </a:r>
            <a:endParaRPr lang="en-DE" dirty="0"/>
          </a:p>
          <a:p>
            <a:pPr marL="361950" indent="-342900">
              <a:spcAft>
                <a:spcPts val="1200"/>
              </a:spcAft>
              <a:buFont typeface="+mj-lt"/>
              <a:buAutoNum type="arabicPeriod"/>
            </a:pPr>
            <a:r>
              <a:rPr lang="en-DE" b="1" dirty="0">
                <a:effectLst/>
              </a:rPr>
              <a:t>RAG Solutions</a:t>
            </a:r>
            <a:r>
              <a:rPr lang="en-US" dirty="0">
                <a:effectLst/>
              </a:rPr>
              <a:t>:</a:t>
            </a:r>
            <a:r>
              <a:rPr lang="en-DE" dirty="0">
                <a:effectLst/>
              </a:rPr>
              <a:t> AI that retrieves and reasons over company documents and knowledge</a:t>
            </a:r>
            <a:endParaRPr lang="en-DE" dirty="0"/>
          </a:p>
          <a:p>
            <a:pPr marL="361950" indent="-342900">
              <a:spcAft>
                <a:spcPts val="1200"/>
              </a:spcAft>
              <a:buFont typeface="+mj-lt"/>
              <a:buAutoNum type="arabicPeriod"/>
            </a:pPr>
            <a:r>
              <a:rPr lang="en-DE" b="1" dirty="0">
                <a:effectLst/>
              </a:rPr>
              <a:t>Reasoning</a:t>
            </a:r>
            <a:r>
              <a:rPr lang="en-US" b="1" dirty="0">
                <a:effectLst/>
              </a:rPr>
              <a:t> Agents</a:t>
            </a:r>
            <a:r>
              <a:rPr lang="en-US" dirty="0">
                <a:effectLst/>
              </a:rPr>
              <a:t>:</a:t>
            </a:r>
            <a:r>
              <a:rPr lang="en-DE" dirty="0">
                <a:effectLst/>
              </a:rPr>
              <a:t> AI </a:t>
            </a:r>
            <a:r>
              <a:rPr lang="en-US" dirty="0">
                <a:effectLst/>
              </a:rPr>
              <a:t>natural-language speaking assistants, </a:t>
            </a:r>
            <a:r>
              <a:rPr lang="en-DE" dirty="0">
                <a:effectLst/>
              </a:rPr>
              <a:t>accessing live transactional systems for insights</a:t>
            </a:r>
            <a:endParaRPr lang="en-DE" dirty="0"/>
          </a:p>
          <a:p>
            <a:pPr marL="361950" indent="-342900">
              <a:spcAft>
                <a:spcPts val="1200"/>
              </a:spcAft>
              <a:buFont typeface="+mj-lt"/>
              <a:buAutoNum type="arabicPeriod"/>
            </a:pPr>
            <a:r>
              <a:rPr lang="en-DE" b="1" dirty="0">
                <a:effectLst/>
              </a:rPr>
              <a:t>Custom </a:t>
            </a:r>
            <a:r>
              <a:rPr lang="en-US" b="1" dirty="0">
                <a:effectLst/>
              </a:rPr>
              <a:t>AI-</a:t>
            </a:r>
            <a:r>
              <a:rPr lang="en-DE" b="1" dirty="0">
                <a:effectLst/>
              </a:rPr>
              <a:t>Models</a:t>
            </a:r>
            <a:r>
              <a:rPr lang="en-US" dirty="0">
                <a:effectLst/>
              </a:rPr>
              <a:t>:</a:t>
            </a:r>
            <a:r>
              <a:rPr lang="en-DE" dirty="0">
                <a:effectLst/>
              </a:rPr>
              <a:t> Tailored AI </a:t>
            </a:r>
            <a:r>
              <a:rPr lang="en-US" dirty="0">
                <a:effectLst/>
              </a:rPr>
              <a:t>reasoning logic, </a:t>
            </a:r>
            <a:r>
              <a:rPr lang="en-DE" dirty="0">
                <a:effectLst/>
              </a:rPr>
              <a:t>trained on proprietary data for unique advantages</a:t>
            </a:r>
            <a:endParaRPr lang="en-DE" dirty="0"/>
          </a:p>
        </p:txBody>
      </p:sp>
      <p:pic>
        <p:nvPicPr>
          <p:cNvPr id="8" name="Graphic 7">
            <a:extLst>
              <a:ext uri="{FF2B5EF4-FFF2-40B4-BE49-F238E27FC236}">
                <a16:creationId xmlns:a16="http://schemas.microsoft.com/office/drawing/2014/main" id="{16F47794-9F18-3D6C-796D-6418FE89B2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22556" y="3146613"/>
            <a:ext cx="2189793" cy="2171696"/>
          </a:xfrm>
          <a:prstGeom prst="rect">
            <a:avLst/>
          </a:prstGeom>
        </p:spPr>
      </p:pic>
      <p:sp>
        <p:nvSpPr>
          <p:cNvPr id="10" name="TextBox 9">
            <a:extLst>
              <a:ext uri="{FF2B5EF4-FFF2-40B4-BE49-F238E27FC236}">
                <a16:creationId xmlns:a16="http://schemas.microsoft.com/office/drawing/2014/main" id="{6511636C-875F-FEE2-283F-84F6FF4A5ADF}"/>
              </a:ext>
            </a:extLst>
          </p:cNvPr>
          <p:cNvSpPr txBox="1"/>
          <p:nvPr/>
        </p:nvSpPr>
        <p:spPr>
          <a:xfrm>
            <a:off x="9650751" y="3532780"/>
            <a:ext cx="790889" cy="769441"/>
          </a:xfrm>
          <a:prstGeom prst="rect">
            <a:avLst/>
          </a:prstGeom>
          <a:noFill/>
        </p:spPr>
        <p:txBody>
          <a:bodyPr wrap="square">
            <a:spAutoFit/>
          </a:bodyPr>
          <a:lstStyle/>
          <a:p>
            <a:pPr algn="ctr"/>
            <a:r>
              <a:rPr lang="en-US" sz="4400" b="1" i="1" dirty="0"/>
              <a:t>AI</a:t>
            </a:r>
            <a:endParaRPr lang="en-DE" sz="4400" dirty="0"/>
          </a:p>
        </p:txBody>
      </p:sp>
    </p:spTree>
    <p:extLst>
      <p:ext uri="{BB962C8B-B14F-4D97-AF65-F5344CB8AC3E}">
        <p14:creationId xmlns:p14="http://schemas.microsoft.com/office/powerpoint/2010/main" val="1045947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4008709E-0256-1948-1176-4BF6FA91245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BCE77EB-7642-F3DA-717B-BE557232C0C0}"/>
              </a:ext>
            </a:extLst>
          </p:cNvPr>
          <p:cNvSpPr txBox="1"/>
          <p:nvPr/>
        </p:nvSpPr>
        <p:spPr>
          <a:xfrm>
            <a:off x="532561" y="1215340"/>
            <a:ext cx="7017963" cy="4924425"/>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GB" sz="2400" i="1" noProof="0" dirty="0"/>
              <a:t>Simple to deploy without system integration, allowing employees to benefit from AI within hours rather than weeks.</a:t>
            </a:r>
          </a:p>
          <a:p>
            <a:pPr marL="457200" indent="-457200">
              <a:spcAft>
                <a:spcPts val="2000"/>
              </a:spcAft>
              <a:buFont typeface="Wingdings" panose="05000000000000000000" pitchFamily="2" charset="2"/>
              <a:buChar char="§"/>
            </a:pPr>
            <a:r>
              <a:rPr lang="en-GB" sz="2400" i="1" noProof="0" dirty="0"/>
              <a:t>Automates repetitive cognitive tasks—drafting, summarizing, formatting, data cleaning—freeing staff to focus on higher‑value activities</a:t>
            </a:r>
          </a:p>
          <a:p>
            <a:pPr marL="457200" indent="-457200">
              <a:spcAft>
                <a:spcPts val="2000"/>
              </a:spcAft>
              <a:buFont typeface="Wingdings" panose="05000000000000000000" pitchFamily="2" charset="2"/>
              <a:buChar char="§"/>
            </a:pPr>
            <a:r>
              <a:rPr lang="en-GB" sz="2400" b="1" noProof="0" dirty="0"/>
              <a:t>Examples:</a:t>
            </a:r>
            <a:r>
              <a:rPr lang="en-GB" sz="2400" noProof="0" dirty="0"/>
              <a:t> writing copilots for emails and reports, meeting summarizers, spreadsheet assistants, inbox messages classification and prioritization.</a:t>
            </a:r>
          </a:p>
          <a:p>
            <a:pPr marL="457200" indent="-457200">
              <a:spcAft>
                <a:spcPts val="2000"/>
              </a:spcAft>
              <a:buFont typeface="Wingdings" panose="05000000000000000000" pitchFamily="2" charset="2"/>
              <a:buChar char="§"/>
            </a:pPr>
            <a:r>
              <a:rPr lang="en-GB" sz="2400" i="1" noProof="0" dirty="0"/>
              <a:t>Ideal for building confidence and early AI literacy</a:t>
            </a:r>
          </a:p>
        </p:txBody>
      </p:sp>
      <p:pic>
        <p:nvPicPr>
          <p:cNvPr id="3" name="Graphic 2">
            <a:extLst>
              <a:ext uri="{FF2B5EF4-FFF2-40B4-BE49-F238E27FC236}">
                <a16:creationId xmlns:a16="http://schemas.microsoft.com/office/drawing/2014/main" id="{B6423327-A94F-D064-B2B3-F7ED5D4DF4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C5119173-D432-A6D8-D362-D8FEF1DB47E2}"/>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93C04458-788E-F71A-D429-4BB67488EBE2}"/>
              </a:ext>
            </a:extLst>
          </p:cNvPr>
          <p:cNvSpPr txBox="1"/>
          <p:nvPr/>
        </p:nvSpPr>
        <p:spPr>
          <a:xfrm>
            <a:off x="178548" y="239460"/>
            <a:ext cx="8089380" cy="646331"/>
          </a:xfrm>
          <a:prstGeom prst="rect">
            <a:avLst/>
          </a:prstGeom>
          <a:noFill/>
        </p:spPr>
        <p:txBody>
          <a:bodyPr wrap="square" rtlCol="0">
            <a:spAutoFit/>
          </a:bodyPr>
          <a:lstStyle/>
          <a:p>
            <a:r>
              <a:rPr lang="en-US" sz="3600" b="1" i="1" dirty="0"/>
              <a:t>Personal Productivity</a:t>
            </a:r>
            <a:endParaRPr lang="en-DE" sz="3600" b="1" i="1" dirty="0"/>
          </a:p>
        </p:txBody>
      </p:sp>
      <p:pic>
        <p:nvPicPr>
          <p:cNvPr id="6" name="Graphic 5">
            <a:extLst>
              <a:ext uri="{FF2B5EF4-FFF2-40B4-BE49-F238E27FC236}">
                <a16:creationId xmlns:a16="http://schemas.microsoft.com/office/drawing/2014/main" id="{09084552-2179-1F38-DDC1-1F5C47DFA2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28439" y="3037167"/>
            <a:ext cx="1136910" cy="1059744"/>
          </a:xfrm>
          <a:prstGeom prst="rect">
            <a:avLst/>
          </a:prstGeom>
        </p:spPr>
      </p:pic>
      <p:pic>
        <p:nvPicPr>
          <p:cNvPr id="13" name="Picture 12">
            <a:extLst>
              <a:ext uri="{FF2B5EF4-FFF2-40B4-BE49-F238E27FC236}">
                <a16:creationId xmlns:a16="http://schemas.microsoft.com/office/drawing/2014/main" id="{C24445DC-9E76-B671-836C-2EF4D89D98C1}"/>
              </a:ext>
            </a:extLst>
          </p:cNvPr>
          <p:cNvPicPr>
            <a:picLocks noChangeAspect="1"/>
          </p:cNvPicPr>
          <p:nvPr/>
        </p:nvPicPr>
        <p:blipFill>
          <a:blip r:embed="rId6"/>
          <a:stretch>
            <a:fillRect/>
          </a:stretch>
        </p:blipFill>
        <p:spPr>
          <a:xfrm>
            <a:off x="9075859" y="2844052"/>
            <a:ext cx="2078476" cy="2505719"/>
          </a:xfrm>
          <a:prstGeom prst="rect">
            <a:avLst/>
          </a:prstGeom>
        </p:spPr>
      </p:pic>
    </p:spTree>
    <p:extLst>
      <p:ext uri="{BB962C8B-B14F-4D97-AF65-F5344CB8AC3E}">
        <p14:creationId xmlns:p14="http://schemas.microsoft.com/office/powerpoint/2010/main" val="271174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9FCBC145-A95D-8119-A628-43B76C513844}"/>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05135F74-74DE-7CA3-F6FC-DD86888713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CCFC4A14-249C-B909-6170-E7A092CE7EC8}"/>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61625CA4-7F95-68FE-9388-8F4B7675BEAB}"/>
              </a:ext>
            </a:extLst>
          </p:cNvPr>
          <p:cNvSpPr txBox="1"/>
          <p:nvPr/>
        </p:nvSpPr>
        <p:spPr>
          <a:xfrm>
            <a:off x="178548" y="239460"/>
            <a:ext cx="8089380" cy="646331"/>
          </a:xfrm>
          <a:prstGeom prst="rect">
            <a:avLst/>
          </a:prstGeom>
          <a:noFill/>
        </p:spPr>
        <p:txBody>
          <a:bodyPr wrap="square" rtlCol="0">
            <a:spAutoFit/>
          </a:bodyPr>
          <a:lstStyle/>
          <a:p>
            <a:r>
              <a:rPr lang="en-US" sz="3600" b="1" i="1" dirty="0"/>
              <a:t>Intelligent Workflow Automations</a:t>
            </a:r>
            <a:endParaRPr lang="en-DE" sz="3600" b="1" i="1" dirty="0"/>
          </a:p>
        </p:txBody>
      </p:sp>
      <p:sp>
        <p:nvSpPr>
          <p:cNvPr id="7" name="TextBox 6">
            <a:extLst>
              <a:ext uri="{FF2B5EF4-FFF2-40B4-BE49-F238E27FC236}">
                <a16:creationId xmlns:a16="http://schemas.microsoft.com/office/drawing/2014/main" id="{E30BD83A-8F1D-38FD-4913-48AACC11E627}"/>
              </a:ext>
            </a:extLst>
          </p:cNvPr>
          <p:cNvSpPr txBox="1"/>
          <p:nvPr/>
        </p:nvSpPr>
        <p:spPr>
          <a:xfrm>
            <a:off x="532561" y="1215340"/>
            <a:ext cx="7487489" cy="3816429"/>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400" i="1" dirty="0"/>
              <a:t>Automates multi‑step processes with AI‑driven decision points</a:t>
            </a:r>
          </a:p>
          <a:p>
            <a:pPr marL="457200" indent="-457200">
              <a:spcAft>
                <a:spcPts val="2000"/>
              </a:spcAft>
              <a:buFont typeface="Wingdings" panose="05000000000000000000" pitchFamily="2" charset="2"/>
              <a:buChar char="§"/>
            </a:pPr>
            <a:r>
              <a:rPr lang="en-US" sz="2400" i="1" dirty="0"/>
              <a:t>Uses low‑code workflow-as-a-service platforms enriched with AI reasoning</a:t>
            </a:r>
          </a:p>
          <a:p>
            <a:pPr marL="457200" indent="-457200">
              <a:spcAft>
                <a:spcPts val="2000"/>
              </a:spcAft>
              <a:buFont typeface="Wingdings" panose="05000000000000000000" pitchFamily="2" charset="2"/>
              <a:buChar char="§"/>
            </a:pPr>
            <a:r>
              <a:rPr lang="en-US" sz="2400" i="1" dirty="0"/>
              <a:t>AI adds classification, prediction, anomaly detection, and content generation steps</a:t>
            </a:r>
          </a:p>
          <a:p>
            <a:pPr marL="457200" indent="-457200">
              <a:spcAft>
                <a:spcPts val="2000"/>
              </a:spcAft>
              <a:buFont typeface="Wingdings" panose="05000000000000000000" pitchFamily="2" charset="2"/>
              <a:buChar char="§"/>
            </a:pPr>
            <a:r>
              <a:rPr lang="en-US" sz="2400" b="1" i="1" dirty="0"/>
              <a:t>Examples:</a:t>
            </a:r>
            <a:r>
              <a:rPr lang="en-US" sz="2400" i="1" dirty="0"/>
              <a:t> smart lead routing, intelligent invoice validation, AI‑assisted support triage</a:t>
            </a:r>
          </a:p>
        </p:txBody>
      </p:sp>
      <p:pic>
        <p:nvPicPr>
          <p:cNvPr id="16" name="Picture 15">
            <a:extLst>
              <a:ext uri="{FF2B5EF4-FFF2-40B4-BE49-F238E27FC236}">
                <a16:creationId xmlns:a16="http://schemas.microsoft.com/office/drawing/2014/main" id="{3D12E867-15A7-B14E-A1FA-0AC79A8D5DB2}"/>
              </a:ext>
            </a:extLst>
          </p:cNvPr>
          <p:cNvPicPr>
            <a:picLocks noChangeAspect="1"/>
          </p:cNvPicPr>
          <p:nvPr/>
        </p:nvPicPr>
        <p:blipFill>
          <a:blip r:embed="rId5"/>
          <a:stretch>
            <a:fillRect/>
          </a:stretch>
        </p:blipFill>
        <p:spPr>
          <a:xfrm>
            <a:off x="8334980" y="2711933"/>
            <a:ext cx="3065399" cy="2819621"/>
          </a:xfrm>
          <a:prstGeom prst="rect">
            <a:avLst/>
          </a:prstGeom>
        </p:spPr>
      </p:pic>
    </p:spTree>
    <p:extLst>
      <p:ext uri="{BB962C8B-B14F-4D97-AF65-F5344CB8AC3E}">
        <p14:creationId xmlns:p14="http://schemas.microsoft.com/office/powerpoint/2010/main" val="2511359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CB64D555-B298-8CC4-64DF-77130DACD3E4}"/>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F6273A70-FA83-1F0D-3C9B-F622004FD3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4B27481F-A716-4AB9-A673-3CE1F756A0F0}"/>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0DFFF2F7-E8B6-50A8-8547-4B5C28D06027}"/>
              </a:ext>
            </a:extLst>
          </p:cNvPr>
          <p:cNvSpPr txBox="1"/>
          <p:nvPr/>
        </p:nvSpPr>
        <p:spPr>
          <a:xfrm>
            <a:off x="178548" y="239460"/>
            <a:ext cx="8089380" cy="646331"/>
          </a:xfrm>
          <a:prstGeom prst="rect">
            <a:avLst/>
          </a:prstGeom>
          <a:noFill/>
        </p:spPr>
        <p:txBody>
          <a:bodyPr wrap="square" rtlCol="0">
            <a:spAutoFit/>
          </a:bodyPr>
          <a:lstStyle/>
          <a:p>
            <a:r>
              <a:rPr lang="en-US" sz="3600" b="1" i="1" dirty="0"/>
              <a:t>RAG Solutions</a:t>
            </a:r>
            <a:endParaRPr lang="en-DE" sz="3600" b="1" i="1" dirty="0"/>
          </a:p>
        </p:txBody>
      </p:sp>
      <p:sp>
        <p:nvSpPr>
          <p:cNvPr id="7" name="TextBox 6">
            <a:extLst>
              <a:ext uri="{FF2B5EF4-FFF2-40B4-BE49-F238E27FC236}">
                <a16:creationId xmlns:a16="http://schemas.microsoft.com/office/drawing/2014/main" id="{8B2412B5-45B5-FFC6-7CE8-9E8A09154503}"/>
              </a:ext>
            </a:extLst>
          </p:cNvPr>
          <p:cNvSpPr txBox="1"/>
          <p:nvPr/>
        </p:nvSpPr>
        <p:spPr>
          <a:xfrm>
            <a:off x="532561" y="1215340"/>
            <a:ext cx="6992534" cy="4811574"/>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400" i="1" dirty="0"/>
              <a:t>AI that ingest corporate knowledge and provides answers about processes, policies and any other documented operational standard</a:t>
            </a:r>
          </a:p>
          <a:p>
            <a:pPr marL="457200" indent="-457200">
              <a:spcAft>
                <a:spcPts val="2000"/>
              </a:spcAft>
              <a:buFont typeface="Wingdings" panose="05000000000000000000" pitchFamily="2" charset="2"/>
              <a:buChar char="§"/>
            </a:pPr>
            <a:r>
              <a:rPr lang="en-US" sz="2400" i="1" dirty="0"/>
              <a:t>Combines AI models with smart search tools for accurate, context‑aware answers</a:t>
            </a:r>
          </a:p>
          <a:p>
            <a:pPr marL="457200" indent="-457200">
              <a:spcAft>
                <a:spcPts val="2000"/>
              </a:spcAft>
              <a:buFont typeface="Wingdings" panose="05000000000000000000" pitchFamily="2" charset="2"/>
              <a:buChar char="§"/>
            </a:pPr>
            <a:r>
              <a:rPr lang="en-US" sz="2400" b="1" i="1" dirty="0"/>
              <a:t>Examples:</a:t>
            </a:r>
            <a:r>
              <a:rPr lang="en-US" sz="2400" i="1" dirty="0"/>
              <a:t> support assistants, policy Q&amp;A, sales enablement tools</a:t>
            </a:r>
          </a:p>
          <a:p>
            <a:pPr marL="457200" indent="-457200">
              <a:spcAft>
                <a:spcPts val="2000"/>
              </a:spcAft>
              <a:buFont typeface="Wingdings" panose="05000000000000000000" pitchFamily="2" charset="2"/>
              <a:buChar char="§"/>
            </a:pPr>
            <a:r>
              <a:rPr lang="en-US" sz="2400" i="1" dirty="0"/>
              <a:t>Reduces dependency on tribal knowledge and speeds onboarding</a:t>
            </a:r>
          </a:p>
          <a:p>
            <a:pPr marL="457200" indent="-457200">
              <a:spcAft>
                <a:spcPts val="2000"/>
              </a:spcAft>
              <a:buFont typeface="Wingdings" panose="05000000000000000000" pitchFamily="2" charset="2"/>
              <a:buChar char="§"/>
            </a:pPr>
            <a:r>
              <a:rPr lang="en-US" sz="2400" i="1" dirty="0"/>
              <a:t>Written and verbal natural language interaction</a:t>
            </a:r>
          </a:p>
        </p:txBody>
      </p:sp>
      <p:grpSp>
        <p:nvGrpSpPr>
          <p:cNvPr id="26" name="Group 25">
            <a:extLst>
              <a:ext uri="{FF2B5EF4-FFF2-40B4-BE49-F238E27FC236}">
                <a16:creationId xmlns:a16="http://schemas.microsoft.com/office/drawing/2014/main" id="{F2015D4E-5E87-18EC-D97A-800A013CFB18}"/>
              </a:ext>
            </a:extLst>
          </p:cNvPr>
          <p:cNvGrpSpPr/>
          <p:nvPr/>
        </p:nvGrpSpPr>
        <p:grpSpPr>
          <a:xfrm>
            <a:off x="7631776" y="2454545"/>
            <a:ext cx="2144395" cy="1377818"/>
            <a:chOff x="7310050" y="2183615"/>
            <a:chExt cx="2144395" cy="1377818"/>
          </a:xfrm>
        </p:grpSpPr>
        <p:pic>
          <p:nvPicPr>
            <p:cNvPr id="8" name="Picture 7">
              <a:extLst>
                <a:ext uri="{FF2B5EF4-FFF2-40B4-BE49-F238E27FC236}">
                  <a16:creationId xmlns:a16="http://schemas.microsoft.com/office/drawing/2014/main" id="{C4E8BE1B-B929-B02D-6358-F4FB09C078F5}"/>
                </a:ext>
              </a:extLst>
            </p:cNvPr>
            <p:cNvPicPr>
              <a:picLocks noChangeAspect="1"/>
            </p:cNvPicPr>
            <p:nvPr/>
          </p:nvPicPr>
          <p:blipFill>
            <a:blip r:embed="rId5"/>
            <a:stretch>
              <a:fillRect/>
            </a:stretch>
          </p:blipFill>
          <p:spPr>
            <a:xfrm flipH="1">
              <a:off x="7310050" y="2183615"/>
              <a:ext cx="2144395" cy="1377818"/>
            </a:xfrm>
            <a:prstGeom prst="rect">
              <a:avLst/>
            </a:prstGeom>
          </p:spPr>
        </p:pic>
        <p:sp>
          <p:nvSpPr>
            <p:cNvPr id="10" name="TextBox 9">
              <a:extLst>
                <a:ext uri="{FF2B5EF4-FFF2-40B4-BE49-F238E27FC236}">
                  <a16:creationId xmlns:a16="http://schemas.microsoft.com/office/drawing/2014/main" id="{ED20CB3D-F1F7-4035-216C-2CEE0C9DBB2D}"/>
                </a:ext>
              </a:extLst>
            </p:cNvPr>
            <p:cNvSpPr txBox="1"/>
            <p:nvPr/>
          </p:nvSpPr>
          <p:spPr>
            <a:xfrm>
              <a:off x="7429664" y="2377900"/>
              <a:ext cx="1917221" cy="738664"/>
            </a:xfrm>
            <a:prstGeom prst="rect">
              <a:avLst/>
            </a:prstGeom>
            <a:noFill/>
          </p:spPr>
          <p:txBody>
            <a:bodyPr wrap="square">
              <a:spAutoFit/>
            </a:bodyPr>
            <a:lstStyle/>
            <a:p>
              <a:pPr algn="ctr"/>
              <a:r>
                <a:rPr lang="en-US" sz="1400" i="0" u="none" strike="noStrike" baseline="0" dirty="0">
                  <a:solidFill>
                    <a:srgbClr val="000000"/>
                  </a:solidFill>
                  <a:latin typeface="Aptos" panose="020B0004020202020204" pitchFamily="34" charset="0"/>
                </a:rPr>
                <a:t>How do we handle a customer return from start to finish ?</a:t>
              </a:r>
              <a:endParaRPr lang="en-DE" sz="1400" dirty="0"/>
            </a:p>
          </p:txBody>
        </p:sp>
      </p:grpSp>
      <p:grpSp>
        <p:nvGrpSpPr>
          <p:cNvPr id="20" name="Group 19">
            <a:extLst>
              <a:ext uri="{FF2B5EF4-FFF2-40B4-BE49-F238E27FC236}">
                <a16:creationId xmlns:a16="http://schemas.microsoft.com/office/drawing/2014/main" id="{F25D00A6-DAAA-34FC-114E-E5316F0E3E88}"/>
              </a:ext>
            </a:extLst>
          </p:cNvPr>
          <p:cNvGrpSpPr/>
          <p:nvPr/>
        </p:nvGrpSpPr>
        <p:grpSpPr>
          <a:xfrm>
            <a:off x="8512068" y="3364665"/>
            <a:ext cx="3116496" cy="2832330"/>
            <a:chOff x="394220" y="2942930"/>
            <a:chExt cx="3568181" cy="3294181"/>
          </a:xfrm>
        </p:grpSpPr>
        <p:pic>
          <p:nvPicPr>
            <p:cNvPr id="17" name="Graphic 16">
              <a:extLst>
                <a:ext uri="{FF2B5EF4-FFF2-40B4-BE49-F238E27FC236}">
                  <a16:creationId xmlns:a16="http://schemas.microsoft.com/office/drawing/2014/main" id="{E4A15F06-2CAF-CBEA-E440-6C0C3A90F90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4220" y="3529189"/>
              <a:ext cx="3353415" cy="2707922"/>
            </a:xfrm>
            <a:prstGeom prst="rect">
              <a:avLst/>
            </a:prstGeom>
          </p:spPr>
        </p:pic>
        <p:pic>
          <p:nvPicPr>
            <p:cNvPr id="15" name="Graphic 14">
              <a:extLst>
                <a:ext uri="{FF2B5EF4-FFF2-40B4-BE49-F238E27FC236}">
                  <a16:creationId xmlns:a16="http://schemas.microsoft.com/office/drawing/2014/main" id="{D427D286-FE72-EED2-10C5-A62EDA81B1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5602" y="3912717"/>
              <a:ext cx="1390650" cy="1276350"/>
            </a:xfrm>
            <a:prstGeom prst="rect">
              <a:avLst/>
            </a:prstGeom>
          </p:spPr>
        </p:pic>
        <p:pic>
          <p:nvPicPr>
            <p:cNvPr id="19" name="Graphic 18">
              <a:extLst>
                <a:ext uri="{FF2B5EF4-FFF2-40B4-BE49-F238E27FC236}">
                  <a16:creationId xmlns:a16="http://schemas.microsoft.com/office/drawing/2014/main" id="{D93D1A37-C12D-843A-3C14-0F5B66CFFBF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10985" y="2942930"/>
              <a:ext cx="1251416" cy="928965"/>
            </a:xfrm>
            <a:prstGeom prst="rect">
              <a:avLst/>
            </a:prstGeom>
          </p:spPr>
        </p:pic>
      </p:grpSp>
      <p:grpSp>
        <p:nvGrpSpPr>
          <p:cNvPr id="25" name="Group 24">
            <a:extLst>
              <a:ext uri="{FF2B5EF4-FFF2-40B4-BE49-F238E27FC236}">
                <a16:creationId xmlns:a16="http://schemas.microsoft.com/office/drawing/2014/main" id="{068320E7-9B66-00FD-9122-D38BD57BFFC3}"/>
              </a:ext>
            </a:extLst>
          </p:cNvPr>
          <p:cNvGrpSpPr/>
          <p:nvPr/>
        </p:nvGrpSpPr>
        <p:grpSpPr>
          <a:xfrm>
            <a:off x="9864440" y="2101583"/>
            <a:ext cx="1608386" cy="1290722"/>
            <a:chOff x="9836219" y="1712122"/>
            <a:chExt cx="1608386" cy="1290722"/>
          </a:xfrm>
        </p:grpSpPr>
        <p:pic>
          <p:nvPicPr>
            <p:cNvPr id="23" name="Picture 22">
              <a:extLst>
                <a:ext uri="{FF2B5EF4-FFF2-40B4-BE49-F238E27FC236}">
                  <a16:creationId xmlns:a16="http://schemas.microsoft.com/office/drawing/2014/main" id="{0FF0FA6F-EBCB-5F4E-8100-8D062FDFF782}"/>
                </a:ext>
              </a:extLst>
            </p:cNvPr>
            <p:cNvPicPr>
              <a:picLocks noChangeAspect="1"/>
            </p:cNvPicPr>
            <p:nvPr/>
          </p:nvPicPr>
          <p:blipFill>
            <a:blip r:embed="rId5"/>
            <a:stretch>
              <a:fillRect/>
            </a:stretch>
          </p:blipFill>
          <p:spPr>
            <a:xfrm>
              <a:off x="9836219" y="1712122"/>
              <a:ext cx="1608386" cy="1290722"/>
            </a:xfrm>
            <a:prstGeom prst="rect">
              <a:avLst/>
            </a:prstGeom>
          </p:spPr>
        </p:pic>
        <p:sp>
          <p:nvSpPr>
            <p:cNvPr id="24" name="TextBox 23">
              <a:extLst>
                <a:ext uri="{FF2B5EF4-FFF2-40B4-BE49-F238E27FC236}">
                  <a16:creationId xmlns:a16="http://schemas.microsoft.com/office/drawing/2014/main" id="{DA2C5B6C-3AB5-3F77-A3C9-900B27333FC1}"/>
                </a:ext>
              </a:extLst>
            </p:cNvPr>
            <p:cNvSpPr txBox="1"/>
            <p:nvPr/>
          </p:nvSpPr>
          <p:spPr>
            <a:xfrm flipH="1">
              <a:off x="9943779" y="1828020"/>
              <a:ext cx="1367688" cy="738664"/>
            </a:xfrm>
            <a:prstGeom prst="rect">
              <a:avLst/>
            </a:prstGeom>
            <a:noFill/>
          </p:spPr>
          <p:txBody>
            <a:bodyPr wrap="square">
              <a:spAutoFit/>
            </a:bodyPr>
            <a:lstStyle/>
            <a:p>
              <a:pPr algn="ctr"/>
              <a:r>
                <a:rPr lang="en-US" sz="1400" i="0" u="none" strike="noStrike" baseline="0" dirty="0">
                  <a:solidFill>
                    <a:srgbClr val="000000"/>
                  </a:solidFill>
                  <a:latin typeface="Aptos" panose="020B0004020202020204" pitchFamily="34" charset="0"/>
                </a:rPr>
                <a:t>Who should sign-off a quality check ?</a:t>
              </a:r>
              <a:endParaRPr lang="en-DE" sz="1400" dirty="0"/>
            </a:p>
          </p:txBody>
        </p:sp>
      </p:grpSp>
    </p:spTree>
    <p:extLst>
      <p:ext uri="{BB962C8B-B14F-4D97-AF65-F5344CB8AC3E}">
        <p14:creationId xmlns:p14="http://schemas.microsoft.com/office/powerpoint/2010/main" val="3239293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BEE33567-3B02-B47D-AE61-19AF867F5896}"/>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881B18D4-DCA0-2AB6-C6BF-ED990F8B11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FBBBC375-7215-6544-DF9A-A4FF1C656FE9}"/>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2955B8F9-E67D-3C8E-BC3E-BF0BFDD1DF43}"/>
              </a:ext>
            </a:extLst>
          </p:cNvPr>
          <p:cNvSpPr txBox="1"/>
          <p:nvPr/>
        </p:nvSpPr>
        <p:spPr>
          <a:xfrm>
            <a:off x="178548" y="239460"/>
            <a:ext cx="8089380" cy="646331"/>
          </a:xfrm>
          <a:prstGeom prst="rect">
            <a:avLst/>
          </a:prstGeom>
          <a:noFill/>
        </p:spPr>
        <p:txBody>
          <a:bodyPr wrap="square" rtlCol="0">
            <a:spAutoFit/>
          </a:bodyPr>
          <a:lstStyle/>
          <a:p>
            <a:r>
              <a:rPr lang="en-US" sz="3600" b="1" i="1" dirty="0"/>
              <a:t>Reasoning Agents</a:t>
            </a:r>
            <a:endParaRPr lang="en-DE" sz="3600" b="1" i="1" dirty="0"/>
          </a:p>
        </p:txBody>
      </p:sp>
      <p:sp>
        <p:nvSpPr>
          <p:cNvPr id="7" name="TextBox 6">
            <a:extLst>
              <a:ext uri="{FF2B5EF4-FFF2-40B4-BE49-F238E27FC236}">
                <a16:creationId xmlns:a16="http://schemas.microsoft.com/office/drawing/2014/main" id="{6AF4F4F8-FC97-038D-67DD-0C0FDF59B799}"/>
              </a:ext>
            </a:extLst>
          </p:cNvPr>
          <p:cNvSpPr txBox="1"/>
          <p:nvPr/>
        </p:nvSpPr>
        <p:spPr>
          <a:xfrm>
            <a:off x="532562" y="1215340"/>
            <a:ext cx="5763304" cy="5180905"/>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400" i="1" dirty="0"/>
              <a:t>AI agents that query live business data </a:t>
            </a:r>
            <a:r>
              <a:rPr lang="en-US" sz="2400" b="1" i="1" dirty="0"/>
              <a:t>(ERP, CRM, POS)</a:t>
            </a:r>
          </a:p>
          <a:p>
            <a:pPr marL="457200" indent="-457200">
              <a:spcAft>
                <a:spcPts val="2000"/>
              </a:spcAft>
              <a:buFont typeface="Wingdings" panose="05000000000000000000" pitchFamily="2" charset="2"/>
              <a:buChar char="§"/>
            </a:pPr>
            <a:r>
              <a:rPr lang="en-US" sz="2400" i="1" dirty="0"/>
              <a:t>Written and verbal natural language interaction</a:t>
            </a:r>
          </a:p>
          <a:p>
            <a:pPr marL="457200" indent="-457200">
              <a:spcAft>
                <a:spcPts val="2000"/>
              </a:spcAft>
              <a:buFont typeface="Wingdings" panose="05000000000000000000" pitchFamily="2" charset="2"/>
              <a:buChar char="§"/>
            </a:pPr>
            <a:r>
              <a:rPr lang="en-US" sz="2400" i="1" dirty="0"/>
              <a:t>Provide real‑time insights and operational decision support</a:t>
            </a:r>
          </a:p>
          <a:p>
            <a:pPr marL="457200" indent="-457200">
              <a:spcAft>
                <a:spcPts val="2000"/>
              </a:spcAft>
              <a:buFont typeface="Wingdings" panose="05000000000000000000" pitchFamily="2" charset="2"/>
              <a:buChar char="§"/>
            </a:pPr>
            <a:r>
              <a:rPr lang="en-US" sz="2400" b="1" i="1" dirty="0"/>
              <a:t>Examples:</a:t>
            </a:r>
            <a:r>
              <a:rPr lang="en-US" sz="2400" i="1" dirty="0"/>
              <a:t> inventory agents, financial forecasting, customer behavior analysis</a:t>
            </a:r>
          </a:p>
          <a:p>
            <a:pPr marL="457200" indent="-457200">
              <a:spcAft>
                <a:spcPts val="2000"/>
              </a:spcAft>
              <a:buFont typeface="Wingdings" panose="05000000000000000000" pitchFamily="2" charset="2"/>
              <a:buChar char="§"/>
            </a:pPr>
            <a:r>
              <a:rPr lang="en-US" sz="2400" i="1" dirty="0"/>
              <a:t>Turns AI into an operational intelligence layer</a:t>
            </a:r>
          </a:p>
        </p:txBody>
      </p:sp>
      <p:grpSp>
        <p:nvGrpSpPr>
          <p:cNvPr id="8" name="Group 7">
            <a:extLst>
              <a:ext uri="{FF2B5EF4-FFF2-40B4-BE49-F238E27FC236}">
                <a16:creationId xmlns:a16="http://schemas.microsoft.com/office/drawing/2014/main" id="{53173389-6F63-0A56-2C9F-4F3C7862A3B5}"/>
              </a:ext>
            </a:extLst>
          </p:cNvPr>
          <p:cNvGrpSpPr/>
          <p:nvPr/>
        </p:nvGrpSpPr>
        <p:grpSpPr>
          <a:xfrm>
            <a:off x="6792435" y="1403603"/>
            <a:ext cx="1471192" cy="974290"/>
            <a:chOff x="7018212" y="1689446"/>
            <a:chExt cx="1471192" cy="1094846"/>
          </a:xfrm>
        </p:grpSpPr>
        <p:pic>
          <p:nvPicPr>
            <p:cNvPr id="9" name="Picture 8">
              <a:extLst>
                <a:ext uri="{FF2B5EF4-FFF2-40B4-BE49-F238E27FC236}">
                  <a16:creationId xmlns:a16="http://schemas.microsoft.com/office/drawing/2014/main" id="{CCCE0D5F-5DD0-1CA5-6334-DD460F36E5F0}"/>
                </a:ext>
              </a:extLst>
            </p:cNvPr>
            <p:cNvPicPr>
              <a:picLocks noChangeAspect="1"/>
            </p:cNvPicPr>
            <p:nvPr/>
          </p:nvPicPr>
          <p:blipFill>
            <a:blip r:embed="rId5"/>
            <a:stretch>
              <a:fillRect/>
            </a:stretch>
          </p:blipFill>
          <p:spPr>
            <a:xfrm flipH="1">
              <a:off x="7018212" y="1689446"/>
              <a:ext cx="1471192" cy="1094846"/>
            </a:xfrm>
            <a:prstGeom prst="rect">
              <a:avLst/>
            </a:prstGeom>
          </p:spPr>
        </p:pic>
        <p:sp>
          <p:nvSpPr>
            <p:cNvPr id="10" name="TextBox 9">
              <a:extLst>
                <a:ext uri="{FF2B5EF4-FFF2-40B4-BE49-F238E27FC236}">
                  <a16:creationId xmlns:a16="http://schemas.microsoft.com/office/drawing/2014/main" id="{F6FC5E72-A37C-5145-AC11-69AF56FAE268}"/>
                </a:ext>
              </a:extLst>
            </p:cNvPr>
            <p:cNvSpPr txBox="1"/>
            <p:nvPr/>
          </p:nvSpPr>
          <p:spPr>
            <a:xfrm>
              <a:off x="7088658" y="1818721"/>
              <a:ext cx="1315336" cy="523220"/>
            </a:xfrm>
            <a:prstGeom prst="rect">
              <a:avLst/>
            </a:prstGeom>
            <a:noFill/>
          </p:spPr>
          <p:txBody>
            <a:bodyPr wrap="square">
              <a:spAutoFit/>
            </a:bodyPr>
            <a:lstStyle/>
            <a:p>
              <a:pPr algn="ctr"/>
              <a:r>
                <a:rPr lang="en-US" sz="1400" i="0" u="none" strike="noStrike" baseline="0" dirty="0">
                  <a:solidFill>
                    <a:srgbClr val="000000"/>
                  </a:solidFill>
                  <a:latin typeface="Aptos" panose="020B0004020202020204" pitchFamily="34" charset="0"/>
                </a:rPr>
                <a:t> </a:t>
              </a:r>
              <a:r>
                <a:rPr lang="en-US" sz="1400" i="1" u="none" strike="noStrike" baseline="0" dirty="0">
                  <a:solidFill>
                    <a:srgbClr val="000000"/>
                  </a:solidFill>
                  <a:latin typeface="Aptos" panose="020B0004020202020204" pitchFamily="34" charset="0"/>
                </a:rPr>
                <a:t>What orders are delayed? </a:t>
              </a:r>
              <a:endParaRPr lang="en-DE" sz="1400" dirty="0"/>
            </a:p>
          </p:txBody>
        </p:sp>
      </p:grpSp>
      <p:grpSp>
        <p:nvGrpSpPr>
          <p:cNvPr id="11" name="Group 10">
            <a:extLst>
              <a:ext uri="{FF2B5EF4-FFF2-40B4-BE49-F238E27FC236}">
                <a16:creationId xmlns:a16="http://schemas.microsoft.com/office/drawing/2014/main" id="{05F71529-5BC1-8907-FB7B-7290E0F97D68}"/>
              </a:ext>
            </a:extLst>
          </p:cNvPr>
          <p:cNvGrpSpPr/>
          <p:nvPr/>
        </p:nvGrpSpPr>
        <p:grpSpPr>
          <a:xfrm>
            <a:off x="8137184" y="2238734"/>
            <a:ext cx="2080008" cy="1261389"/>
            <a:chOff x="8521003" y="2120202"/>
            <a:chExt cx="2080008" cy="1261389"/>
          </a:xfrm>
        </p:grpSpPr>
        <p:pic>
          <p:nvPicPr>
            <p:cNvPr id="12" name="Picture 11">
              <a:extLst>
                <a:ext uri="{FF2B5EF4-FFF2-40B4-BE49-F238E27FC236}">
                  <a16:creationId xmlns:a16="http://schemas.microsoft.com/office/drawing/2014/main" id="{681B66F0-18F6-D198-78FC-89FABAE6757A}"/>
                </a:ext>
              </a:extLst>
            </p:cNvPr>
            <p:cNvPicPr>
              <a:picLocks noChangeAspect="1"/>
            </p:cNvPicPr>
            <p:nvPr/>
          </p:nvPicPr>
          <p:blipFill>
            <a:blip r:embed="rId5"/>
            <a:stretch>
              <a:fillRect/>
            </a:stretch>
          </p:blipFill>
          <p:spPr>
            <a:xfrm>
              <a:off x="8521003" y="2120202"/>
              <a:ext cx="2080008" cy="1261389"/>
            </a:xfrm>
            <a:prstGeom prst="rect">
              <a:avLst/>
            </a:prstGeom>
          </p:spPr>
        </p:pic>
        <p:sp>
          <p:nvSpPr>
            <p:cNvPr id="13" name="TextBox 12">
              <a:extLst>
                <a:ext uri="{FF2B5EF4-FFF2-40B4-BE49-F238E27FC236}">
                  <a16:creationId xmlns:a16="http://schemas.microsoft.com/office/drawing/2014/main" id="{B0B71279-DF16-C015-3142-0A1A878E0787}"/>
                </a:ext>
              </a:extLst>
            </p:cNvPr>
            <p:cNvSpPr txBox="1"/>
            <p:nvPr/>
          </p:nvSpPr>
          <p:spPr>
            <a:xfrm>
              <a:off x="8632758" y="2272464"/>
              <a:ext cx="1832601" cy="738664"/>
            </a:xfrm>
            <a:prstGeom prst="rect">
              <a:avLst/>
            </a:prstGeom>
            <a:noFill/>
          </p:spPr>
          <p:txBody>
            <a:bodyPr wrap="square">
              <a:spAutoFit/>
            </a:bodyPr>
            <a:lstStyle/>
            <a:p>
              <a:pPr algn="ctr"/>
              <a:r>
                <a:rPr lang="en-US" sz="1400" i="1" u="none" strike="noStrike" baseline="0" dirty="0">
                  <a:solidFill>
                    <a:srgbClr val="000000"/>
                  </a:solidFill>
                  <a:latin typeface="Aptos" panose="020B0004020202020204" pitchFamily="34" charset="0"/>
                </a:rPr>
                <a:t>Which shipments should we prioritize first today?</a:t>
              </a:r>
              <a:endParaRPr lang="en-DE" sz="1400" i="1" dirty="0"/>
            </a:p>
          </p:txBody>
        </p:sp>
      </p:grpSp>
      <p:grpSp>
        <p:nvGrpSpPr>
          <p:cNvPr id="14" name="Group 13">
            <a:extLst>
              <a:ext uri="{FF2B5EF4-FFF2-40B4-BE49-F238E27FC236}">
                <a16:creationId xmlns:a16="http://schemas.microsoft.com/office/drawing/2014/main" id="{26B40AA9-ED58-D58D-CBE4-ED806F0431EA}"/>
              </a:ext>
            </a:extLst>
          </p:cNvPr>
          <p:cNvGrpSpPr/>
          <p:nvPr/>
        </p:nvGrpSpPr>
        <p:grpSpPr>
          <a:xfrm>
            <a:off x="6209127" y="2446542"/>
            <a:ext cx="1832601" cy="1245728"/>
            <a:chOff x="6440548" y="2740048"/>
            <a:chExt cx="1832601" cy="1245728"/>
          </a:xfrm>
        </p:grpSpPr>
        <p:pic>
          <p:nvPicPr>
            <p:cNvPr id="15" name="Picture 14">
              <a:extLst>
                <a:ext uri="{FF2B5EF4-FFF2-40B4-BE49-F238E27FC236}">
                  <a16:creationId xmlns:a16="http://schemas.microsoft.com/office/drawing/2014/main" id="{101D9DAF-A48D-D271-8F2A-AFC4C6FB1146}"/>
                </a:ext>
              </a:extLst>
            </p:cNvPr>
            <p:cNvPicPr>
              <a:picLocks noChangeAspect="1"/>
            </p:cNvPicPr>
            <p:nvPr/>
          </p:nvPicPr>
          <p:blipFill>
            <a:blip r:embed="rId5"/>
            <a:stretch>
              <a:fillRect/>
            </a:stretch>
          </p:blipFill>
          <p:spPr>
            <a:xfrm flipH="1">
              <a:off x="6456066" y="2740048"/>
              <a:ext cx="1782128" cy="1245728"/>
            </a:xfrm>
            <a:prstGeom prst="rect">
              <a:avLst/>
            </a:prstGeom>
          </p:spPr>
        </p:pic>
        <p:sp>
          <p:nvSpPr>
            <p:cNvPr id="16" name="TextBox 15">
              <a:extLst>
                <a:ext uri="{FF2B5EF4-FFF2-40B4-BE49-F238E27FC236}">
                  <a16:creationId xmlns:a16="http://schemas.microsoft.com/office/drawing/2014/main" id="{CA436CF6-2667-F347-3875-F0C951AFC5D5}"/>
                </a:ext>
              </a:extLst>
            </p:cNvPr>
            <p:cNvSpPr txBox="1"/>
            <p:nvPr/>
          </p:nvSpPr>
          <p:spPr>
            <a:xfrm>
              <a:off x="6440548" y="2867819"/>
              <a:ext cx="1832601" cy="738664"/>
            </a:xfrm>
            <a:prstGeom prst="rect">
              <a:avLst/>
            </a:prstGeom>
            <a:noFill/>
          </p:spPr>
          <p:txBody>
            <a:bodyPr wrap="square">
              <a:spAutoFit/>
            </a:bodyPr>
            <a:lstStyle/>
            <a:p>
              <a:pPr algn="ctr"/>
              <a:r>
                <a:rPr lang="en-US" sz="1400" i="1" u="none" strike="noStrike" baseline="0" dirty="0">
                  <a:solidFill>
                    <a:srgbClr val="000000"/>
                  </a:solidFill>
                  <a:latin typeface="Aptos" panose="020B0004020202020204" pitchFamily="34" charset="0"/>
                </a:rPr>
                <a:t>Show me current inventory discrepancies</a:t>
              </a:r>
              <a:endParaRPr lang="en-DE" sz="1400" i="1" dirty="0"/>
            </a:p>
          </p:txBody>
        </p:sp>
      </p:grpSp>
      <p:pic>
        <p:nvPicPr>
          <p:cNvPr id="22" name="Picture 21">
            <a:extLst>
              <a:ext uri="{FF2B5EF4-FFF2-40B4-BE49-F238E27FC236}">
                <a16:creationId xmlns:a16="http://schemas.microsoft.com/office/drawing/2014/main" id="{855D32AE-918E-C355-AF27-5757B64A09AE}"/>
              </a:ext>
            </a:extLst>
          </p:cNvPr>
          <p:cNvPicPr>
            <a:picLocks noChangeAspect="1"/>
          </p:cNvPicPr>
          <p:nvPr/>
        </p:nvPicPr>
        <p:blipFill>
          <a:blip r:embed="rId6"/>
          <a:stretch>
            <a:fillRect/>
          </a:stretch>
        </p:blipFill>
        <p:spPr>
          <a:xfrm>
            <a:off x="8952676" y="5431014"/>
            <a:ext cx="970284" cy="454567"/>
          </a:xfrm>
          <a:prstGeom prst="rect">
            <a:avLst/>
          </a:prstGeom>
        </p:spPr>
      </p:pic>
      <p:pic>
        <p:nvPicPr>
          <p:cNvPr id="24" name="Picture 23">
            <a:extLst>
              <a:ext uri="{FF2B5EF4-FFF2-40B4-BE49-F238E27FC236}">
                <a16:creationId xmlns:a16="http://schemas.microsoft.com/office/drawing/2014/main" id="{5ECA7A60-0E84-41FA-2356-7E7ABF193FA6}"/>
              </a:ext>
            </a:extLst>
          </p:cNvPr>
          <p:cNvPicPr>
            <a:picLocks noChangeAspect="1"/>
          </p:cNvPicPr>
          <p:nvPr/>
        </p:nvPicPr>
        <p:blipFill>
          <a:blip r:embed="rId7"/>
          <a:stretch>
            <a:fillRect/>
          </a:stretch>
        </p:blipFill>
        <p:spPr>
          <a:xfrm>
            <a:off x="7491468" y="3678694"/>
            <a:ext cx="3892700" cy="1689036"/>
          </a:xfrm>
          <a:prstGeom prst="rect">
            <a:avLst/>
          </a:prstGeom>
        </p:spPr>
      </p:pic>
    </p:spTree>
    <p:extLst>
      <p:ext uri="{BB962C8B-B14F-4D97-AF65-F5344CB8AC3E}">
        <p14:creationId xmlns:p14="http://schemas.microsoft.com/office/powerpoint/2010/main" val="2073457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6E52215D-A1B7-DB30-DD40-469062853AD5}"/>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C7035E75-DC4C-5275-FFB2-A9E57466EC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0C959B5A-0F62-4A55-A4CA-C77575CA47E9}"/>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6A6EF7F1-2E25-6779-3917-C8CFA9522707}"/>
              </a:ext>
            </a:extLst>
          </p:cNvPr>
          <p:cNvSpPr txBox="1"/>
          <p:nvPr/>
        </p:nvSpPr>
        <p:spPr>
          <a:xfrm>
            <a:off x="178548" y="239460"/>
            <a:ext cx="8089380" cy="646331"/>
          </a:xfrm>
          <a:prstGeom prst="rect">
            <a:avLst/>
          </a:prstGeom>
          <a:noFill/>
        </p:spPr>
        <p:txBody>
          <a:bodyPr wrap="square" rtlCol="0">
            <a:spAutoFit/>
          </a:bodyPr>
          <a:lstStyle/>
          <a:p>
            <a:r>
              <a:rPr lang="en-US" sz="3600" b="1" i="1" dirty="0"/>
              <a:t>Custom AI-Models</a:t>
            </a:r>
            <a:endParaRPr lang="en-DE" sz="3600" b="1" i="1" dirty="0"/>
          </a:p>
        </p:txBody>
      </p:sp>
      <p:sp>
        <p:nvSpPr>
          <p:cNvPr id="7" name="TextBox 6">
            <a:extLst>
              <a:ext uri="{FF2B5EF4-FFF2-40B4-BE49-F238E27FC236}">
                <a16:creationId xmlns:a16="http://schemas.microsoft.com/office/drawing/2014/main" id="{5F650F52-3D17-F957-2BCC-8F72DA160020}"/>
              </a:ext>
            </a:extLst>
          </p:cNvPr>
          <p:cNvSpPr txBox="1"/>
          <p:nvPr/>
        </p:nvSpPr>
        <p:spPr>
          <a:xfrm>
            <a:off x="532561" y="1215340"/>
            <a:ext cx="8033215" cy="4924425"/>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400" i="1" dirty="0"/>
              <a:t>Developed specifically for your business context, using your historical transactions, operational patterns, customer behaviors, or production metrics</a:t>
            </a:r>
          </a:p>
          <a:p>
            <a:pPr marL="457200" indent="-457200">
              <a:spcAft>
                <a:spcPts val="2000"/>
              </a:spcAft>
              <a:buFont typeface="Wingdings" panose="05000000000000000000" pitchFamily="2" charset="2"/>
              <a:buChar char="§"/>
            </a:pPr>
            <a:r>
              <a:rPr lang="en-US" sz="2400" i="1" dirty="0"/>
              <a:t>Solve domain‑specific problems generic models cannot </a:t>
            </a:r>
          </a:p>
          <a:p>
            <a:pPr marL="457200" indent="-457200">
              <a:spcAft>
                <a:spcPts val="2000"/>
              </a:spcAft>
              <a:buFont typeface="Wingdings" panose="05000000000000000000" pitchFamily="2" charset="2"/>
              <a:buChar char="§"/>
            </a:pPr>
            <a:r>
              <a:rPr lang="en-US" sz="2400" b="1" i="1" dirty="0"/>
              <a:t>Examples:</a:t>
            </a:r>
            <a:r>
              <a:rPr lang="en-US" sz="2400" i="1" dirty="0"/>
              <a:t> Advanced demand‑forecasting engines tuned to your seasonality and regional dynamics; defect‑detection models trained on your production images; hyper‑personalization engines that recommend products or services based on your unique customer data.</a:t>
            </a:r>
          </a:p>
          <a:p>
            <a:pPr marL="457200" indent="-457200">
              <a:spcAft>
                <a:spcPts val="2000"/>
              </a:spcAft>
              <a:buFont typeface="Wingdings" panose="05000000000000000000" pitchFamily="2" charset="2"/>
              <a:buChar char="§"/>
            </a:pPr>
            <a:r>
              <a:rPr lang="en-US" sz="2400" i="1" dirty="0"/>
              <a:t>Creates long‑term competitive differentiation</a:t>
            </a:r>
          </a:p>
        </p:txBody>
      </p:sp>
      <p:pic>
        <p:nvPicPr>
          <p:cNvPr id="6" name="Picture 5">
            <a:extLst>
              <a:ext uri="{FF2B5EF4-FFF2-40B4-BE49-F238E27FC236}">
                <a16:creationId xmlns:a16="http://schemas.microsoft.com/office/drawing/2014/main" id="{BADF2949-E664-17BF-7986-4D5A90ED89B1}"/>
              </a:ext>
            </a:extLst>
          </p:cNvPr>
          <p:cNvPicPr>
            <a:picLocks noChangeAspect="1"/>
          </p:cNvPicPr>
          <p:nvPr/>
        </p:nvPicPr>
        <p:blipFill>
          <a:blip r:embed="rId5"/>
          <a:stretch>
            <a:fillRect/>
          </a:stretch>
        </p:blipFill>
        <p:spPr>
          <a:xfrm>
            <a:off x="8934000" y="3070258"/>
            <a:ext cx="2506712" cy="2506712"/>
          </a:xfrm>
          <a:prstGeom prst="rect">
            <a:avLst/>
          </a:prstGeom>
        </p:spPr>
      </p:pic>
    </p:spTree>
    <p:extLst>
      <p:ext uri="{BB962C8B-B14F-4D97-AF65-F5344CB8AC3E}">
        <p14:creationId xmlns:p14="http://schemas.microsoft.com/office/powerpoint/2010/main" val="1866911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82AA2A30-E1BC-8069-C2D9-417C91FEB161}"/>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E769D842-F494-2364-AA2D-3B8BBE529A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4C738C8B-5DBF-BC94-DD70-146790EFC997}"/>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F3918A03-F125-A0C4-5293-58853184F563}"/>
              </a:ext>
            </a:extLst>
          </p:cNvPr>
          <p:cNvSpPr txBox="1"/>
          <p:nvPr/>
        </p:nvSpPr>
        <p:spPr>
          <a:xfrm>
            <a:off x="178548" y="239460"/>
            <a:ext cx="8089380" cy="646331"/>
          </a:xfrm>
          <a:prstGeom prst="rect">
            <a:avLst/>
          </a:prstGeom>
          <a:noFill/>
        </p:spPr>
        <p:txBody>
          <a:bodyPr wrap="square" rtlCol="0">
            <a:spAutoFit/>
          </a:bodyPr>
          <a:lstStyle/>
          <a:p>
            <a:r>
              <a:rPr lang="en-US" sz="3600" b="1" i="1" dirty="0"/>
              <a:t>The Roadmap Driving-Triad</a:t>
            </a:r>
            <a:endParaRPr lang="en-DE" sz="3600" b="1" i="1" dirty="0"/>
          </a:p>
        </p:txBody>
      </p:sp>
      <p:sp>
        <p:nvSpPr>
          <p:cNvPr id="7" name="TextBox 6">
            <a:extLst>
              <a:ext uri="{FF2B5EF4-FFF2-40B4-BE49-F238E27FC236}">
                <a16:creationId xmlns:a16="http://schemas.microsoft.com/office/drawing/2014/main" id="{BA7206BD-8D2E-07BF-5E97-D5CDF76856CE}"/>
              </a:ext>
            </a:extLst>
          </p:cNvPr>
          <p:cNvSpPr txBox="1"/>
          <p:nvPr/>
        </p:nvSpPr>
        <p:spPr>
          <a:xfrm>
            <a:off x="532561" y="1215340"/>
            <a:ext cx="7487489" cy="4580741"/>
          </a:xfrm>
          <a:prstGeom prst="rect">
            <a:avLst/>
          </a:prstGeom>
          <a:noFill/>
        </p:spPr>
        <p:txBody>
          <a:bodyPr wrap="square" rtlCol="0">
            <a:spAutoFit/>
          </a:bodyPr>
          <a:lstStyle/>
          <a:p>
            <a:pPr marL="457200" indent="-457200">
              <a:spcAft>
                <a:spcPts val="600"/>
              </a:spcAft>
              <a:buFont typeface="Wingdings" panose="05000000000000000000" pitchFamily="2" charset="2"/>
              <a:buChar char="§"/>
            </a:pPr>
            <a:r>
              <a:rPr lang="en-US" sz="2400" i="1" dirty="0"/>
              <a:t>A strategic compass guiding the AI adoption</a:t>
            </a:r>
          </a:p>
          <a:p>
            <a:pPr marL="806450" lvl="1" indent="-349250">
              <a:spcAft>
                <a:spcPts val="600"/>
              </a:spcAft>
              <a:buFont typeface="Wingdings" panose="05000000000000000000" pitchFamily="2" charset="2"/>
              <a:buChar char="ü"/>
            </a:pPr>
            <a:r>
              <a:rPr lang="en-US" sz="2000" b="1" i="1" dirty="0"/>
              <a:t>Need:</a:t>
            </a:r>
            <a:r>
              <a:rPr lang="en-US" sz="2000" i="1" dirty="0"/>
              <a:t> The business problem or ambition with highest urgency and impact</a:t>
            </a:r>
          </a:p>
          <a:p>
            <a:pPr marL="806450" lvl="1" indent="-349250">
              <a:spcAft>
                <a:spcPts val="600"/>
              </a:spcAft>
              <a:buFont typeface="Wingdings" panose="05000000000000000000" pitchFamily="2" charset="2"/>
              <a:buChar char="ü"/>
            </a:pPr>
            <a:r>
              <a:rPr lang="en-US" sz="2000" b="1" i="1" dirty="0"/>
              <a:t>Opportunity:</a:t>
            </a:r>
            <a:r>
              <a:rPr lang="en-US" sz="2000" i="1" dirty="0"/>
              <a:t> The best‑fit AI solution class, shaped by technology maturity and risk appetite</a:t>
            </a:r>
          </a:p>
          <a:p>
            <a:pPr marL="806450" lvl="1" indent="-349250">
              <a:spcAft>
                <a:spcPts val="2400"/>
              </a:spcAft>
              <a:buFont typeface="Wingdings" panose="05000000000000000000" pitchFamily="2" charset="2"/>
              <a:buChar char="ü"/>
            </a:pPr>
            <a:r>
              <a:rPr lang="en-US" sz="2000" b="1" i="1" dirty="0"/>
              <a:t>Readiness:</a:t>
            </a:r>
            <a:r>
              <a:rPr lang="en-US" sz="2000" i="1" dirty="0"/>
              <a:t> The SME’s technical, organizational, financial, skills, and governance capacity</a:t>
            </a:r>
          </a:p>
          <a:p>
            <a:pPr marL="457200" indent="-457200">
              <a:spcAft>
                <a:spcPts val="2000"/>
              </a:spcAft>
              <a:buFont typeface="Wingdings" panose="05000000000000000000" pitchFamily="2" charset="2"/>
              <a:buChar char="§"/>
            </a:pPr>
            <a:r>
              <a:rPr lang="en-US" sz="2400" i="1" dirty="0"/>
              <a:t>The roadmap adapts dynamically as these three vertex evolve</a:t>
            </a:r>
          </a:p>
          <a:p>
            <a:pPr marL="457200" indent="-457200">
              <a:spcAft>
                <a:spcPts val="2000"/>
              </a:spcAft>
              <a:buFont typeface="Wingdings" panose="05000000000000000000" pitchFamily="2" charset="2"/>
              <a:buChar char="§"/>
            </a:pPr>
            <a:r>
              <a:rPr lang="en-US" sz="2400" i="1" dirty="0"/>
              <a:t>It ensures that AI adoption is value‑anchored, feasible, and strategically aligned</a:t>
            </a:r>
          </a:p>
        </p:txBody>
      </p:sp>
      <p:pic>
        <p:nvPicPr>
          <p:cNvPr id="11" name="Picture 10">
            <a:extLst>
              <a:ext uri="{FF2B5EF4-FFF2-40B4-BE49-F238E27FC236}">
                <a16:creationId xmlns:a16="http://schemas.microsoft.com/office/drawing/2014/main" id="{8511D1C0-26EF-A8EF-6712-C715D4B0C1F7}"/>
              </a:ext>
            </a:extLst>
          </p:cNvPr>
          <p:cNvPicPr>
            <a:picLocks noChangeAspect="1"/>
          </p:cNvPicPr>
          <p:nvPr/>
        </p:nvPicPr>
        <p:blipFill>
          <a:blip r:embed="rId5"/>
          <a:stretch>
            <a:fillRect/>
          </a:stretch>
        </p:blipFill>
        <p:spPr>
          <a:xfrm>
            <a:off x="8498590" y="2651213"/>
            <a:ext cx="2600957" cy="2443690"/>
          </a:xfrm>
          <a:prstGeom prst="rect">
            <a:avLst/>
          </a:prstGeom>
        </p:spPr>
      </p:pic>
      <p:sp>
        <p:nvSpPr>
          <p:cNvPr id="13" name="TextBox 12">
            <a:extLst>
              <a:ext uri="{FF2B5EF4-FFF2-40B4-BE49-F238E27FC236}">
                <a16:creationId xmlns:a16="http://schemas.microsoft.com/office/drawing/2014/main" id="{0CBCFFEE-3FC3-EFBB-7982-F6ADB4259E89}"/>
              </a:ext>
            </a:extLst>
          </p:cNvPr>
          <p:cNvSpPr txBox="1"/>
          <p:nvPr/>
        </p:nvSpPr>
        <p:spPr>
          <a:xfrm>
            <a:off x="9325230" y="2154518"/>
            <a:ext cx="947676" cy="400110"/>
          </a:xfrm>
          <a:prstGeom prst="rect">
            <a:avLst/>
          </a:prstGeom>
          <a:noFill/>
        </p:spPr>
        <p:txBody>
          <a:bodyPr wrap="square">
            <a:spAutoFit/>
          </a:bodyPr>
          <a:lstStyle/>
          <a:p>
            <a:pPr algn="ctr"/>
            <a:r>
              <a:rPr lang="en-US" sz="2000" b="1" i="1" dirty="0"/>
              <a:t>Need</a:t>
            </a:r>
            <a:endParaRPr lang="en-DE" dirty="0"/>
          </a:p>
        </p:txBody>
      </p:sp>
      <p:sp>
        <p:nvSpPr>
          <p:cNvPr id="14" name="TextBox 13">
            <a:extLst>
              <a:ext uri="{FF2B5EF4-FFF2-40B4-BE49-F238E27FC236}">
                <a16:creationId xmlns:a16="http://schemas.microsoft.com/office/drawing/2014/main" id="{D63E43EF-41BF-D161-26E2-BBAFC5130FF6}"/>
              </a:ext>
            </a:extLst>
          </p:cNvPr>
          <p:cNvSpPr txBox="1"/>
          <p:nvPr/>
        </p:nvSpPr>
        <p:spPr>
          <a:xfrm>
            <a:off x="7782914" y="5181427"/>
            <a:ext cx="1511633" cy="400110"/>
          </a:xfrm>
          <a:prstGeom prst="rect">
            <a:avLst/>
          </a:prstGeom>
          <a:noFill/>
        </p:spPr>
        <p:txBody>
          <a:bodyPr wrap="square">
            <a:spAutoFit/>
          </a:bodyPr>
          <a:lstStyle/>
          <a:p>
            <a:pPr algn="ctr"/>
            <a:r>
              <a:rPr lang="en-US" sz="2000" b="1" i="1" dirty="0"/>
              <a:t>Readiness</a:t>
            </a:r>
            <a:endParaRPr lang="en-DE" dirty="0"/>
          </a:p>
        </p:txBody>
      </p:sp>
      <p:sp>
        <p:nvSpPr>
          <p:cNvPr id="15" name="TextBox 14">
            <a:extLst>
              <a:ext uri="{FF2B5EF4-FFF2-40B4-BE49-F238E27FC236}">
                <a16:creationId xmlns:a16="http://schemas.microsoft.com/office/drawing/2014/main" id="{2ECF8253-5DC8-5D88-55EE-A5B46E3EB581}"/>
              </a:ext>
            </a:extLst>
          </p:cNvPr>
          <p:cNvSpPr txBox="1"/>
          <p:nvPr/>
        </p:nvSpPr>
        <p:spPr>
          <a:xfrm>
            <a:off x="10299247" y="5181427"/>
            <a:ext cx="1608384" cy="400110"/>
          </a:xfrm>
          <a:prstGeom prst="rect">
            <a:avLst/>
          </a:prstGeom>
          <a:noFill/>
        </p:spPr>
        <p:txBody>
          <a:bodyPr wrap="square">
            <a:spAutoFit/>
          </a:bodyPr>
          <a:lstStyle/>
          <a:p>
            <a:pPr algn="ctr"/>
            <a:r>
              <a:rPr lang="en-US" sz="2000" b="1" i="1" dirty="0"/>
              <a:t>Opportunity</a:t>
            </a:r>
            <a:endParaRPr lang="en-DE" dirty="0"/>
          </a:p>
        </p:txBody>
      </p:sp>
      <p:sp>
        <p:nvSpPr>
          <p:cNvPr id="16" name="Oval 15">
            <a:extLst>
              <a:ext uri="{FF2B5EF4-FFF2-40B4-BE49-F238E27FC236}">
                <a16:creationId xmlns:a16="http://schemas.microsoft.com/office/drawing/2014/main" id="{BA9561FA-56D3-D445-0328-2398ED0F872C}"/>
              </a:ext>
            </a:extLst>
          </p:cNvPr>
          <p:cNvSpPr>
            <a:spLocks noChangeAspect="1"/>
          </p:cNvSpPr>
          <p:nvPr/>
        </p:nvSpPr>
        <p:spPr>
          <a:xfrm>
            <a:off x="8420640" y="4929427"/>
            <a:ext cx="252000" cy="252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7" name="Oval 16">
            <a:extLst>
              <a:ext uri="{FF2B5EF4-FFF2-40B4-BE49-F238E27FC236}">
                <a16:creationId xmlns:a16="http://schemas.microsoft.com/office/drawing/2014/main" id="{201E18AB-FE3D-F06D-BF06-FFA1E59BB59B}"/>
              </a:ext>
            </a:extLst>
          </p:cNvPr>
          <p:cNvSpPr>
            <a:spLocks noChangeAspect="1"/>
          </p:cNvSpPr>
          <p:nvPr/>
        </p:nvSpPr>
        <p:spPr>
          <a:xfrm>
            <a:off x="10950662" y="4929427"/>
            <a:ext cx="252000" cy="252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8" name="Oval 17">
            <a:extLst>
              <a:ext uri="{FF2B5EF4-FFF2-40B4-BE49-F238E27FC236}">
                <a16:creationId xmlns:a16="http://schemas.microsoft.com/office/drawing/2014/main" id="{D1320B0D-7D88-D161-E495-E64ED8E7AEE7}"/>
              </a:ext>
            </a:extLst>
          </p:cNvPr>
          <p:cNvSpPr>
            <a:spLocks noChangeAspect="1"/>
          </p:cNvSpPr>
          <p:nvPr/>
        </p:nvSpPr>
        <p:spPr>
          <a:xfrm>
            <a:off x="9673068" y="2546061"/>
            <a:ext cx="252000" cy="252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2550536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9F312D4D-22B0-F8D1-4439-D12C76A63F94}"/>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C2E2504C-2565-7143-24A1-CCDF25897F0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259722B4-207B-2A23-115E-4C0AC57BB1E5}"/>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76846B42-B035-9BCC-C569-8BC9800653D6}"/>
              </a:ext>
            </a:extLst>
          </p:cNvPr>
          <p:cNvSpPr txBox="1"/>
          <p:nvPr/>
        </p:nvSpPr>
        <p:spPr>
          <a:xfrm>
            <a:off x="178548" y="239460"/>
            <a:ext cx="8089380" cy="646331"/>
          </a:xfrm>
          <a:prstGeom prst="rect">
            <a:avLst/>
          </a:prstGeom>
          <a:noFill/>
        </p:spPr>
        <p:txBody>
          <a:bodyPr wrap="square" rtlCol="0">
            <a:spAutoFit/>
          </a:bodyPr>
          <a:lstStyle/>
          <a:p>
            <a:r>
              <a:rPr lang="en-US" sz="3600" b="1" i="1" dirty="0"/>
              <a:t>The BrokerAI</a:t>
            </a:r>
            <a:endParaRPr lang="en-DE" sz="3600" b="1" i="1" dirty="0"/>
          </a:p>
        </p:txBody>
      </p:sp>
      <p:sp>
        <p:nvSpPr>
          <p:cNvPr id="7" name="TextBox 6">
            <a:extLst>
              <a:ext uri="{FF2B5EF4-FFF2-40B4-BE49-F238E27FC236}">
                <a16:creationId xmlns:a16="http://schemas.microsoft.com/office/drawing/2014/main" id="{AAA09775-684D-A709-6E3F-49AA2A7A6743}"/>
              </a:ext>
            </a:extLst>
          </p:cNvPr>
          <p:cNvSpPr txBox="1"/>
          <p:nvPr/>
        </p:nvSpPr>
        <p:spPr>
          <a:xfrm>
            <a:off x="532561" y="1215340"/>
            <a:ext cx="8007483" cy="5119350"/>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000" i="1" dirty="0"/>
              <a:t>European multi‑disciplinary network of AI experts, bringing together technical, organizational, and regulatory specialists across the EU.</a:t>
            </a:r>
          </a:p>
          <a:p>
            <a:pPr marL="457200" indent="-457200">
              <a:spcAft>
                <a:spcPts val="2000"/>
              </a:spcAft>
              <a:buFont typeface="Wingdings" panose="05000000000000000000" pitchFamily="2" charset="2"/>
              <a:buChar char="§"/>
            </a:pPr>
            <a:r>
              <a:rPr lang="en-US" sz="2000" i="1" dirty="0"/>
              <a:t>Removes uncertainty and clarifies the AI path for SMEs, addressing cost anxiety, skills gaps, internal resistance, and compliance pressure.</a:t>
            </a:r>
          </a:p>
          <a:p>
            <a:pPr marL="457200" indent="-457200">
              <a:spcAft>
                <a:spcPts val="2000"/>
              </a:spcAft>
              <a:buFont typeface="Wingdings" panose="05000000000000000000" pitchFamily="2" charset="2"/>
              <a:buChar char="§"/>
            </a:pPr>
            <a:r>
              <a:rPr lang="en-US" sz="2000" i="1" dirty="0"/>
              <a:t>Guides SMEs from first questions to measurable business value,  helping leaders understand what AI can realistically achieve in their specific context.</a:t>
            </a:r>
          </a:p>
          <a:p>
            <a:pPr marL="457200" indent="-457200">
              <a:spcAft>
                <a:spcPts val="2000"/>
              </a:spcAft>
              <a:buFont typeface="Wingdings" panose="05000000000000000000" pitchFamily="2" charset="2"/>
              <a:buChar char="§"/>
            </a:pPr>
            <a:r>
              <a:rPr lang="en-US" sz="2000" i="1" dirty="0"/>
              <a:t>By applying the Driving‑Triad technique, ensures every step fits business needs, opportunity maturity, and organizational readiness.</a:t>
            </a:r>
          </a:p>
          <a:p>
            <a:pPr marL="457200" indent="-457200">
              <a:spcAft>
                <a:spcPts val="2000"/>
              </a:spcAft>
              <a:buFont typeface="Wingdings" panose="05000000000000000000" pitchFamily="2" charset="2"/>
              <a:buChar char="§"/>
            </a:pPr>
            <a:r>
              <a:rPr lang="en-US" sz="2000" i="1" dirty="0"/>
              <a:t>A strategic partner for responsible, high‑impact AI adoption, supporting SMEs through pilots, scaling, and long‑term transformation.</a:t>
            </a:r>
          </a:p>
        </p:txBody>
      </p:sp>
      <p:pic>
        <p:nvPicPr>
          <p:cNvPr id="16" name="Picture 15">
            <a:extLst>
              <a:ext uri="{FF2B5EF4-FFF2-40B4-BE49-F238E27FC236}">
                <a16:creationId xmlns:a16="http://schemas.microsoft.com/office/drawing/2014/main" id="{D865CAE3-E73C-23A0-45C2-2144B29E732F}"/>
              </a:ext>
            </a:extLst>
          </p:cNvPr>
          <p:cNvPicPr>
            <a:picLocks noChangeAspect="1"/>
          </p:cNvPicPr>
          <p:nvPr/>
        </p:nvPicPr>
        <p:blipFill>
          <a:blip r:embed="rId5"/>
          <a:stretch>
            <a:fillRect/>
          </a:stretch>
        </p:blipFill>
        <p:spPr>
          <a:xfrm>
            <a:off x="8961615" y="3051638"/>
            <a:ext cx="2650114" cy="2485564"/>
          </a:xfrm>
          <a:prstGeom prst="rect">
            <a:avLst/>
          </a:prstGeom>
        </p:spPr>
      </p:pic>
    </p:spTree>
    <p:extLst>
      <p:ext uri="{BB962C8B-B14F-4D97-AF65-F5344CB8AC3E}">
        <p14:creationId xmlns:p14="http://schemas.microsoft.com/office/powerpoint/2010/main" val="1208825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F3C0BF21-00CA-9AA2-3D9A-25FD0CC25672}"/>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58F20989-BD56-9968-5BC9-2A381D98D0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447C5799-B195-33A0-A2FA-61131718418D}"/>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D975A974-4458-F68F-AA9D-4F366C4D87CA}"/>
              </a:ext>
            </a:extLst>
          </p:cNvPr>
          <p:cNvSpPr txBox="1"/>
          <p:nvPr/>
        </p:nvSpPr>
        <p:spPr>
          <a:xfrm>
            <a:off x="178548" y="239460"/>
            <a:ext cx="8089380" cy="646331"/>
          </a:xfrm>
          <a:prstGeom prst="rect">
            <a:avLst/>
          </a:prstGeom>
          <a:noFill/>
        </p:spPr>
        <p:txBody>
          <a:bodyPr wrap="square" rtlCol="0">
            <a:spAutoFit/>
          </a:bodyPr>
          <a:lstStyle/>
          <a:p>
            <a:r>
              <a:rPr lang="en-US" sz="3600" b="1" i="1" dirty="0"/>
              <a:t>A Value‑Centric Model</a:t>
            </a:r>
            <a:endParaRPr lang="en-DE" sz="3600" b="1" i="1" dirty="0"/>
          </a:p>
        </p:txBody>
      </p:sp>
      <p:sp>
        <p:nvSpPr>
          <p:cNvPr id="7" name="TextBox 6">
            <a:extLst>
              <a:ext uri="{FF2B5EF4-FFF2-40B4-BE49-F238E27FC236}">
                <a16:creationId xmlns:a16="http://schemas.microsoft.com/office/drawing/2014/main" id="{C22D3D65-0250-CE51-8BCB-D20C2CCB5B45}"/>
              </a:ext>
            </a:extLst>
          </p:cNvPr>
          <p:cNvSpPr txBox="1"/>
          <p:nvPr/>
        </p:nvSpPr>
        <p:spPr>
          <a:xfrm>
            <a:off x="532561" y="1215340"/>
            <a:ext cx="7519239" cy="5180905"/>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400" i="1" dirty="0"/>
              <a:t>Structured discovery of workflows, pain points, and readiness</a:t>
            </a:r>
          </a:p>
          <a:p>
            <a:pPr marL="457200" indent="-457200">
              <a:spcAft>
                <a:spcPts val="2000"/>
              </a:spcAft>
              <a:buFont typeface="Wingdings" panose="05000000000000000000" pitchFamily="2" charset="2"/>
              <a:buChar char="§"/>
            </a:pPr>
            <a:r>
              <a:rPr lang="en-US" sz="2400" i="1" dirty="0"/>
              <a:t>Roadmap blueprinting guided by the Driving‑Triangle methodology</a:t>
            </a:r>
          </a:p>
          <a:p>
            <a:pPr marL="457200" indent="-457200">
              <a:spcAft>
                <a:spcPts val="2000"/>
              </a:spcAft>
              <a:buFont typeface="Wingdings" panose="05000000000000000000" pitchFamily="2" charset="2"/>
              <a:buChar char="§"/>
            </a:pPr>
            <a:r>
              <a:rPr lang="en-US" sz="2400" i="1" dirty="0"/>
              <a:t>Vendor brokerage aligned with solution maturity and risk appetite</a:t>
            </a:r>
          </a:p>
          <a:p>
            <a:pPr marL="457200" indent="-457200">
              <a:spcAft>
                <a:spcPts val="2000"/>
              </a:spcAft>
              <a:buFont typeface="Wingdings" panose="05000000000000000000" pitchFamily="2" charset="2"/>
              <a:buChar char="§"/>
            </a:pPr>
            <a:r>
              <a:rPr lang="en-US" sz="2400" i="1" dirty="0"/>
              <a:t>Change‑management support to build organizational readiness</a:t>
            </a:r>
          </a:p>
          <a:p>
            <a:pPr marL="457200" indent="-457200">
              <a:spcAft>
                <a:spcPts val="2000"/>
              </a:spcAft>
              <a:buFont typeface="Wingdings" panose="05000000000000000000" pitchFamily="2" charset="2"/>
              <a:buChar char="§"/>
            </a:pPr>
            <a:r>
              <a:rPr lang="en-US" sz="2400" i="1" dirty="0"/>
              <a:t>Compliance and ethics guidance under EU AI Act</a:t>
            </a:r>
          </a:p>
          <a:p>
            <a:pPr marL="457200" indent="-457200">
              <a:spcAft>
                <a:spcPts val="2000"/>
              </a:spcAft>
              <a:buFont typeface="Wingdings" panose="05000000000000000000" pitchFamily="2" charset="2"/>
              <a:buChar char="§"/>
            </a:pPr>
            <a:r>
              <a:rPr lang="en-US" sz="2400" i="1" dirty="0"/>
              <a:t>Continuous ROI tracking and roadmap adaptation</a:t>
            </a:r>
          </a:p>
        </p:txBody>
      </p:sp>
      <p:pic>
        <p:nvPicPr>
          <p:cNvPr id="11" name="Picture 10">
            <a:extLst>
              <a:ext uri="{FF2B5EF4-FFF2-40B4-BE49-F238E27FC236}">
                <a16:creationId xmlns:a16="http://schemas.microsoft.com/office/drawing/2014/main" id="{0695D05C-0E95-1EB9-147D-7EBA737A302B}"/>
              </a:ext>
            </a:extLst>
          </p:cNvPr>
          <p:cNvPicPr>
            <a:picLocks noChangeAspect="1"/>
          </p:cNvPicPr>
          <p:nvPr/>
        </p:nvPicPr>
        <p:blipFill>
          <a:blip r:embed="rId5"/>
          <a:stretch>
            <a:fillRect/>
          </a:stretch>
        </p:blipFill>
        <p:spPr>
          <a:xfrm>
            <a:off x="8701503" y="2824223"/>
            <a:ext cx="2656390" cy="2656390"/>
          </a:xfrm>
          <a:prstGeom prst="rect">
            <a:avLst/>
          </a:prstGeom>
        </p:spPr>
      </p:pic>
    </p:spTree>
    <p:extLst>
      <p:ext uri="{BB962C8B-B14F-4D97-AF65-F5344CB8AC3E}">
        <p14:creationId xmlns:p14="http://schemas.microsoft.com/office/powerpoint/2010/main" val="2706258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a:extLst>
            <a:ext uri="{FF2B5EF4-FFF2-40B4-BE49-F238E27FC236}">
              <a16:creationId xmlns:a16="http://schemas.microsoft.com/office/drawing/2014/main" id="{10AD68DD-0907-D1BE-DCA9-8323A0C25FEA}"/>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F54DD5EC-C960-9B19-79FE-BBBE2FECC9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5066" y="205255"/>
            <a:ext cx="1608385" cy="1557843"/>
          </a:xfrm>
          <a:prstGeom prst="rect">
            <a:avLst/>
          </a:prstGeom>
        </p:spPr>
      </p:pic>
      <p:sp>
        <p:nvSpPr>
          <p:cNvPr id="5" name="Rectangle: Rounded Corners 4">
            <a:extLst>
              <a:ext uri="{FF2B5EF4-FFF2-40B4-BE49-F238E27FC236}">
                <a16:creationId xmlns:a16="http://schemas.microsoft.com/office/drawing/2014/main" id="{09C56CA4-A55D-0F2A-FB7C-71C85DE289E6}"/>
              </a:ext>
            </a:extLst>
          </p:cNvPr>
          <p:cNvSpPr/>
          <p:nvPr/>
        </p:nvSpPr>
        <p:spPr>
          <a:xfrm>
            <a:off x="0" y="0"/>
            <a:ext cx="12191999" cy="6858000"/>
          </a:xfrm>
          <a:prstGeom prst="roundRect">
            <a:avLst>
              <a:gd name="adj" fmla="val 1942"/>
            </a:avLst>
          </a:prstGeom>
          <a:noFill/>
          <a:ln w="101600" cap="flat">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 name="TextBox 1">
            <a:extLst>
              <a:ext uri="{FF2B5EF4-FFF2-40B4-BE49-F238E27FC236}">
                <a16:creationId xmlns:a16="http://schemas.microsoft.com/office/drawing/2014/main" id="{0C0364D8-14F6-8435-60D0-405949CE4938}"/>
              </a:ext>
            </a:extLst>
          </p:cNvPr>
          <p:cNvSpPr txBox="1"/>
          <p:nvPr/>
        </p:nvSpPr>
        <p:spPr>
          <a:xfrm>
            <a:off x="178548" y="239460"/>
            <a:ext cx="8089380" cy="646331"/>
          </a:xfrm>
          <a:prstGeom prst="rect">
            <a:avLst/>
          </a:prstGeom>
          <a:noFill/>
        </p:spPr>
        <p:txBody>
          <a:bodyPr wrap="square" rtlCol="0">
            <a:spAutoFit/>
          </a:bodyPr>
          <a:lstStyle/>
          <a:p>
            <a:r>
              <a:rPr lang="en-US" sz="3600" b="1" i="1" dirty="0"/>
              <a:t>Starting the Journey Together</a:t>
            </a:r>
            <a:endParaRPr lang="en-DE" sz="3600" b="1" i="1" dirty="0"/>
          </a:p>
        </p:txBody>
      </p:sp>
      <p:sp>
        <p:nvSpPr>
          <p:cNvPr id="7" name="TextBox 6">
            <a:extLst>
              <a:ext uri="{FF2B5EF4-FFF2-40B4-BE49-F238E27FC236}">
                <a16:creationId xmlns:a16="http://schemas.microsoft.com/office/drawing/2014/main" id="{911547DD-D4BE-87F2-92E7-069DDB62B4E1}"/>
              </a:ext>
            </a:extLst>
          </p:cNvPr>
          <p:cNvSpPr txBox="1"/>
          <p:nvPr/>
        </p:nvSpPr>
        <p:spPr>
          <a:xfrm>
            <a:off x="532561" y="1215340"/>
            <a:ext cx="7519239" cy="3816429"/>
          </a:xfrm>
          <a:prstGeom prst="rect">
            <a:avLst/>
          </a:prstGeom>
          <a:noFill/>
        </p:spPr>
        <p:txBody>
          <a:bodyPr wrap="square" rtlCol="0">
            <a:spAutoFit/>
          </a:bodyPr>
          <a:lstStyle/>
          <a:p>
            <a:pPr marL="457200" indent="-457200">
              <a:spcAft>
                <a:spcPts val="2000"/>
              </a:spcAft>
              <a:buFont typeface="Wingdings" panose="05000000000000000000" pitchFamily="2" charset="2"/>
              <a:buChar char="§"/>
            </a:pPr>
            <a:r>
              <a:rPr lang="en-US" sz="2400" i="1" dirty="0"/>
              <a:t>We are open to information requests and exploratory conversations</a:t>
            </a:r>
          </a:p>
          <a:p>
            <a:pPr marL="457200" indent="-457200">
              <a:spcAft>
                <a:spcPts val="2000"/>
              </a:spcAft>
              <a:buFont typeface="Wingdings" panose="05000000000000000000" pitchFamily="2" charset="2"/>
              <a:buChar char="§"/>
            </a:pPr>
            <a:r>
              <a:rPr lang="en-US" sz="2400" i="1" dirty="0"/>
              <a:t>Prepared to assess your needs and co‑design your tailored AI roadmap</a:t>
            </a:r>
          </a:p>
          <a:p>
            <a:pPr marL="457200" indent="-457200">
              <a:spcAft>
                <a:spcPts val="2000"/>
              </a:spcAft>
              <a:buFont typeface="Wingdings" panose="05000000000000000000" pitchFamily="2" charset="2"/>
              <a:buChar char="§"/>
            </a:pPr>
            <a:r>
              <a:rPr lang="en-US" sz="2400" i="1" dirty="0"/>
              <a:t>Committed to guiding your team from first pilot to sustained value</a:t>
            </a:r>
          </a:p>
          <a:p>
            <a:pPr marL="457200" indent="-457200">
              <a:spcAft>
                <a:spcPts val="2000"/>
              </a:spcAft>
              <a:buFont typeface="Wingdings" panose="05000000000000000000" pitchFamily="2" charset="2"/>
              <a:buChar char="§"/>
            </a:pPr>
            <a:r>
              <a:rPr lang="en-US" sz="2400" i="1" dirty="0"/>
              <a:t>We are your strategic partner for safe, effective, and ROI‑driven AI adoption</a:t>
            </a:r>
          </a:p>
        </p:txBody>
      </p:sp>
      <p:sp>
        <p:nvSpPr>
          <p:cNvPr id="6" name="TextBox 5">
            <a:extLst>
              <a:ext uri="{FF2B5EF4-FFF2-40B4-BE49-F238E27FC236}">
                <a16:creationId xmlns:a16="http://schemas.microsoft.com/office/drawing/2014/main" id="{6E8DBA43-4318-7712-D353-A09505322F3D}"/>
              </a:ext>
            </a:extLst>
          </p:cNvPr>
          <p:cNvSpPr txBox="1"/>
          <p:nvPr/>
        </p:nvSpPr>
        <p:spPr>
          <a:xfrm>
            <a:off x="8407400" y="6163618"/>
            <a:ext cx="3575050" cy="461665"/>
          </a:xfrm>
          <a:prstGeom prst="rect">
            <a:avLst/>
          </a:prstGeom>
          <a:noFill/>
        </p:spPr>
        <p:txBody>
          <a:bodyPr wrap="square">
            <a:spAutoFit/>
          </a:bodyPr>
          <a:lstStyle/>
          <a:p>
            <a:pPr algn="r"/>
            <a:r>
              <a:rPr lang="en-US" sz="2400" b="1" i="1" dirty="0"/>
              <a:t>info@thebrokerAI.tech</a:t>
            </a:r>
            <a:endParaRPr lang="en-DE" b="1" dirty="0"/>
          </a:p>
        </p:txBody>
      </p:sp>
      <p:pic>
        <p:nvPicPr>
          <p:cNvPr id="8" name="Picture 7">
            <a:extLst>
              <a:ext uri="{FF2B5EF4-FFF2-40B4-BE49-F238E27FC236}">
                <a16:creationId xmlns:a16="http://schemas.microsoft.com/office/drawing/2014/main" id="{BE267B4A-0D4A-2E50-8599-B52CEC874B1E}"/>
              </a:ext>
            </a:extLst>
          </p:cNvPr>
          <p:cNvPicPr>
            <a:picLocks noChangeAspect="1"/>
          </p:cNvPicPr>
          <p:nvPr/>
        </p:nvPicPr>
        <p:blipFill>
          <a:blip r:embed="rId5"/>
          <a:stretch>
            <a:fillRect/>
          </a:stretch>
        </p:blipFill>
        <p:spPr>
          <a:xfrm>
            <a:off x="9495240" y="4697662"/>
            <a:ext cx="1419687" cy="1419687"/>
          </a:xfrm>
          <a:prstGeom prst="rect">
            <a:avLst/>
          </a:prstGeom>
        </p:spPr>
      </p:pic>
    </p:spTree>
    <p:extLst>
      <p:ext uri="{BB962C8B-B14F-4D97-AF65-F5344CB8AC3E}">
        <p14:creationId xmlns:p14="http://schemas.microsoft.com/office/powerpoint/2010/main" val="4398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2427</TotalTime>
  <Words>3425</Words>
  <Application>Microsoft Office PowerPoint</Application>
  <PresentationFormat>Widescreen</PresentationFormat>
  <Paragraphs>127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Eduardo Daniel Gonzalez</dc:creator>
  <cp:lastModifiedBy>Eduardo Daniel Gonzalez</cp:lastModifiedBy>
  <cp:revision>12</cp:revision>
  <dcterms:created xsi:type="dcterms:W3CDTF">2026-07-12T09:19:06Z</dcterms:created>
  <dcterms:modified xsi:type="dcterms:W3CDTF">2026-07-15T05:54:01Z</dcterms:modified>
</cp:coreProperties>
</file>